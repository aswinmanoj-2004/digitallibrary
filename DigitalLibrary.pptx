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0" r:id="rId35"/>
    <p:sldId id="291" r:id="rId36"/>
    <p:sldId id="292" r:id="rId37"/>
    <p:sldId id="293" r:id="rId38"/>
    <p:sldId id="294" r:id="rId39"/>
    <p:sldId id="295" r:id="rId40"/>
    <p:sldId id="296" r:id="rId41"/>
    <p:sldId id="297" r:id="rId42"/>
    <p:sldId id="298" r:id="rId43"/>
    <p:sldId id="309" r:id="rId44"/>
    <p:sldId id="299" r:id="rId45"/>
    <p:sldId id="304" r:id="rId46"/>
    <p:sldId id="305" r:id="rId47"/>
    <p:sldId id="306" r:id="rId48"/>
    <p:sldId id="307" r:id="rId49"/>
    <p:sldId id="308" r:id="rId50"/>
    <p:sldId id="300" r:id="rId51"/>
    <p:sldId id="301" r:id="rId52"/>
    <p:sldId id="302" r:id="rId53"/>
    <p:sldId id="312" r:id="rId54"/>
    <p:sldId id="313" r:id="rId55"/>
    <p:sldId id="314" r:id="rId56"/>
    <p:sldId id="303" r:id="rId57"/>
    <p:sldId id="310" r:id="rId58"/>
    <p:sldId id="311" r:id="rId59"/>
    <p:sldId id="315" r:id="rId60"/>
    <p:sldId id="289" r:id="rId61"/>
  </p:sldIdLst>
  <p:sldSz cx="12192000" cy="6858000"/>
  <p:notesSz cx="6858000" cy="9144000"/>
  <p:embeddedFontLst>
    <p:embeddedFont>
      <p:font typeface="Berlin Sans FB Demi" panose="020E0802020502020306" pitchFamily="34" charset="0"/>
      <p:bold r:id="rId63"/>
    </p:embeddedFont>
    <p:embeddedFont>
      <p:font typeface="Gill Sans" panose="020B0604020202020204" charset="0"/>
      <p:regular r:id="rId64"/>
      <p:bold r:id="rId65"/>
    </p:embeddedFont>
    <p:embeddedFont>
      <p:font typeface="Google Sans" panose="020B0604020202020204" charset="0"/>
      <p:regular r:id="rId66"/>
      <p:bold r:id="rId67"/>
      <p:italic r:id="rId68"/>
      <p:boldItalic r:id="rId69"/>
    </p:embeddedFont>
    <p:embeddedFont>
      <p:font typeface="Overlock" panose="020B0604020202020204" charset="0"/>
      <p:regular r:id="rId70"/>
      <p:bold r:id="rId71"/>
      <p:italic r:id="rId72"/>
      <p:boldItalic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8">
          <p15:clr>
            <a:srgbClr val="A4A3A4"/>
          </p15:clr>
        </p15:guide>
        <p15:guide id="2" pos="3864">
          <p15:clr>
            <a:srgbClr val="A4A3A4"/>
          </p15:clr>
        </p15:guide>
        <p15:guide id="3" orient="horz" pos="1272">
          <p15:clr>
            <a:srgbClr val="A4A3A4"/>
          </p15:clr>
        </p15:guide>
        <p15:guide id="4" orient="horz" pos="2312">
          <p15:clr>
            <a:srgbClr val="A4A3A4"/>
          </p15:clr>
        </p15:guide>
        <p15:guide id="5" orient="horz" pos="1944">
          <p15:clr>
            <a:srgbClr val="A4A3A4"/>
          </p15:clr>
        </p15:guide>
        <p15:guide id="6" orient="horz" pos="232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4" roundtripDataSignature="AMtx7mi0OGaVoTAJfsTCG7IBidyMtiHQ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A424E0-6252-48D8-B892-462516995710}">
  <a:tblStyle styleId="{88A424E0-6252-48D8-B892-462516995710}" styleName="Table_0">
    <a:wholeTbl>
      <a:tcTxStyle b="off" i="off">
        <a:font>
          <a:latin typeface="Gill Sans Nova Light"/>
          <a:ea typeface="Gill Sans Nova Light"/>
          <a:cs typeface="Gill Sans Nova Light"/>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97" y="62"/>
      </p:cViewPr>
      <p:guideLst>
        <p:guide orient="horz" pos="528"/>
        <p:guide pos="3864"/>
        <p:guide orient="horz" pos="1272"/>
        <p:guide orient="horz" pos="2312"/>
        <p:guide orient="horz" pos="1944"/>
        <p:guide orient="horz" pos="23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3969488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a:t>
            </a:fld>
            <a:endParaRPr/>
          </a:p>
        </p:txBody>
      </p:sp>
    </p:spTree>
    <p:extLst>
      <p:ext uri="{BB962C8B-B14F-4D97-AF65-F5344CB8AC3E}">
        <p14:creationId xmlns:p14="http://schemas.microsoft.com/office/powerpoint/2010/main" val="3240380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2</a:t>
            </a:fld>
            <a:endParaRPr/>
          </a:p>
        </p:txBody>
      </p:sp>
    </p:spTree>
    <p:extLst>
      <p:ext uri="{BB962C8B-B14F-4D97-AF65-F5344CB8AC3E}">
        <p14:creationId xmlns:p14="http://schemas.microsoft.com/office/powerpoint/2010/main" val="3124878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3</a:t>
            </a:fld>
            <a:endParaRPr/>
          </a:p>
        </p:txBody>
      </p:sp>
    </p:spTree>
    <p:extLst>
      <p:ext uri="{BB962C8B-B14F-4D97-AF65-F5344CB8AC3E}">
        <p14:creationId xmlns:p14="http://schemas.microsoft.com/office/powerpoint/2010/main" val="2533185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4</a:t>
            </a:fld>
            <a:endParaRPr/>
          </a:p>
        </p:txBody>
      </p:sp>
    </p:spTree>
    <p:extLst>
      <p:ext uri="{BB962C8B-B14F-4D97-AF65-F5344CB8AC3E}">
        <p14:creationId xmlns:p14="http://schemas.microsoft.com/office/powerpoint/2010/main" val="40197980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5</a:t>
            </a:fld>
            <a:endParaRPr/>
          </a:p>
        </p:txBody>
      </p:sp>
    </p:spTree>
    <p:extLst>
      <p:ext uri="{BB962C8B-B14F-4D97-AF65-F5344CB8AC3E}">
        <p14:creationId xmlns:p14="http://schemas.microsoft.com/office/powerpoint/2010/main" val="361399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a:t>
            </a:fld>
            <a:endParaRPr/>
          </a:p>
        </p:txBody>
      </p:sp>
    </p:spTree>
    <p:extLst>
      <p:ext uri="{BB962C8B-B14F-4D97-AF65-F5344CB8AC3E}">
        <p14:creationId xmlns:p14="http://schemas.microsoft.com/office/powerpoint/2010/main" val="2747308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7</a:t>
            </a:fld>
            <a:endParaRPr/>
          </a:p>
        </p:txBody>
      </p:sp>
    </p:spTree>
    <p:extLst>
      <p:ext uri="{BB962C8B-B14F-4D97-AF65-F5344CB8AC3E}">
        <p14:creationId xmlns:p14="http://schemas.microsoft.com/office/powerpoint/2010/main" val="4231465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8</a:t>
            </a:fld>
            <a:endParaRPr/>
          </a:p>
        </p:txBody>
      </p:sp>
    </p:spTree>
    <p:extLst>
      <p:ext uri="{BB962C8B-B14F-4D97-AF65-F5344CB8AC3E}">
        <p14:creationId xmlns:p14="http://schemas.microsoft.com/office/powerpoint/2010/main" val="482668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9</a:t>
            </a:fld>
            <a:endParaRPr/>
          </a:p>
        </p:txBody>
      </p:sp>
    </p:spTree>
    <p:extLst>
      <p:ext uri="{BB962C8B-B14F-4D97-AF65-F5344CB8AC3E}">
        <p14:creationId xmlns:p14="http://schemas.microsoft.com/office/powerpoint/2010/main" val="662254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extLst>
      <p:ext uri="{BB962C8B-B14F-4D97-AF65-F5344CB8AC3E}">
        <p14:creationId xmlns:p14="http://schemas.microsoft.com/office/powerpoint/2010/main" val="1783677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2301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6050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extLst>
      <p:ext uri="{BB962C8B-B14F-4D97-AF65-F5344CB8AC3E}">
        <p14:creationId xmlns:p14="http://schemas.microsoft.com/office/powerpoint/2010/main" val="3508640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1550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4357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5733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4088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7623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34090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59294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3072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0850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44472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5792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854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1691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55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565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1954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78185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4587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9" name="Google Shape;30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6179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64345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60</a:t>
            </a:fld>
            <a:endParaRPr/>
          </a:p>
        </p:txBody>
      </p:sp>
    </p:spTree>
    <p:extLst>
      <p:ext uri="{BB962C8B-B14F-4D97-AF65-F5344CB8AC3E}">
        <p14:creationId xmlns:p14="http://schemas.microsoft.com/office/powerpoint/2010/main" val="1032057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2">
  <p:cSld name="Title Slide 2">
    <p:bg>
      <p:bgPr>
        <a:solidFill>
          <a:schemeClr val="lt2"/>
        </a:solidFill>
        <a:effectLst/>
      </p:bgPr>
    </p:bg>
    <p:spTree>
      <p:nvGrpSpPr>
        <p:cNvPr id="1" name="Shape 16"/>
        <p:cNvGrpSpPr/>
        <p:nvPr/>
      </p:nvGrpSpPr>
      <p:grpSpPr>
        <a:xfrm>
          <a:off x="0" y="0"/>
          <a:ext cx="0" cy="0"/>
          <a:chOff x="0" y="0"/>
          <a:chExt cx="0" cy="0"/>
        </a:xfrm>
      </p:grpSpPr>
      <p:sp>
        <p:nvSpPr>
          <p:cNvPr id="17" name="Google Shape;17;p36"/>
          <p:cNvSpPr/>
          <p:nvPr/>
        </p:nvSpPr>
        <p:spPr>
          <a:xfrm>
            <a:off x="7443266" y="1841812"/>
            <a:ext cx="4748735" cy="5016187"/>
          </a:xfrm>
          <a:custGeom>
            <a:avLst/>
            <a:gdLst/>
            <a:ahLst/>
            <a:cxnLst/>
            <a:rect l="l" t="t" r="r" b="b"/>
            <a:pathLst>
              <a:path w="4748735" h="5016187" extrusionOk="0">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8" name="Google Shape;18;p36"/>
          <p:cNvSpPr/>
          <p:nvPr/>
        </p:nvSpPr>
        <p:spPr>
          <a:xfrm rot="5400000">
            <a:off x="6993339" y="2334664"/>
            <a:ext cx="2225673" cy="7007393"/>
          </a:xfrm>
          <a:custGeom>
            <a:avLst/>
            <a:gdLst/>
            <a:ahLst/>
            <a:cxnLst/>
            <a:rect l="l" t="t" r="r" b="b"/>
            <a:pathLst>
              <a:path w="1678579" h="5460561" extrusionOk="0">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19" name="Google Shape;19;p36"/>
          <p:cNvSpPr/>
          <p:nvPr/>
        </p:nvSpPr>
        <p:spPr>
          <a:xfrm>
            <a:off x="1" y="0"/>
            <a:ext cx="5880649" cy="6075137"/>
          </a:xfrm>
          <a:custGeom>
            <a:avLst/>
            <a:gdLst/>
            <a:ahLst/>
            <a:cxnLst/>
            <a:rect l="l" t="t" r="r" b="b"/>
            <a:pathLst>
              <a:path w="5880649" h="6075137" extrusionOk="0">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98"/>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20" name="Google Shape;20;p36"/>
          <p:cNvSpPr/>
          <p:nvPr/>
        </p:nvSpPr>
        <p:spPr>
          <a:xfrm>
            <a:off x="1" y="-1"/>
            <a:ext cx="5137691" cy="3723310"/>
          </a:xfrm>
          <a:custGeom>
            <a:avLst/>
            <a:gdLst/>
            <a:ahLst/>
            <a:cxnLst/>
            <a:rect l="l" t="t" r="r" b="b"/>
            <a:pathLst>
              <a:path w="5137691" h="3723310" extrusionOk="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dk1">
              <a:alpha val="16862"/>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21" name="Google Shape;21;p36"/>
          <p:cNvSpPr txBox="1">
            <a:spLocks noGrp="1"/>
          </p:cNvSpPr>
          <p:nvPr>
            <p:ph type="ctrTitle"/>
          </p:nvPr>
        </p:nvSpPr>
        <p:spPr>
          <a:xfrm>
            <a:off x="915924" y="914400"/>
            <a:ext cx="10360152" cy="50292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Agenda 2" type="obj">
  <p:cSld name="OBJECT">
    <p:bg>
      <p:bgPr>
        <a:solidFill>
          <a:schemeClr val="lt2"/>
        </a:solidFill>
        <a:effectLst/>
      </p:bgPr>
    </p:bg>
    <p:spTree>
      <p:nvGrpSpPr>
        <p:cNvPr id="1" name="Shape 22"/>
        <p:cNvGrpSpPr/>
        <p:nvPr/>
      </p:nvGrpSpPr>
      <p:grpSpPr>
        <a:xfrm>
          <a:off x="0" y="0"/>
          <a:ext cx="0" cy="0"/>
          <a:chOff x="0" y="0"/>
          <a:chExt cx="0" cy="0"/>
        </a:xfrm>
      </p:grpSpPr>
      <p:sp>
        <p:nvSpPr>
          <p:cNvPr id="23" name="Google Shape;23;p37"/>
          <p:cNvSpPr/>
          <p:nvPr/>
        </p:nvSpPr>
        <p:spPr>
          <a:xfrm>
            <a:off x="-10955" y="0"/>
            <a:ext cx="6558260" cy="6858000"/>
          </a:xfrm>
          <a:custGeom>
            <a:avLst/>
            <a:gdLst/>
            <a:ahLst/>
            <a:cxnLst/>
            <a:rect l="l" t="t" r="r" b="b"/>
            <a:pathLst>
              <a:path w="6558260" h="6858000" extrusionOk="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dk2">
              <a:alpha val="5882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24" name="Google Shape;24;p37"/>
          <p:cNvSpPr/>
          <p:nvPr/>
        </p:nvSpPr>
        <p:spPr>
          <a:xfrm>
            <a:off x="0" y="180445"/>
            <a:ext cx="5327858" cy="3001484"/>
          </a:xfrm>
          <a:custGeom>
            <a:avLst/>
            <a:gdLst/>
            <a:ahLst/>
            <a:cxnLst/>
            <a:rect l="l" t="t" r="r" b="b"/>
            <a:pathLst>
              <a:path w="5327858" h="3001484" extrusionOk="0">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dk1">
              <a:alpha val="12941"/>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25" name="Google Shape;25;p37"/>
          <p:cNvSpPr/>
          <p:nvPr/>
        </p:nvSpPr>
        <p:spPr>
          <a:xfrm>
            <a:off x="1798383" y="5597818"/>
            <a:ext cx="2430115" cy="1294338"/>
          </a:xfrm>
          <a:custGeom>
            <a:avLst/>
            <a:gdLst/>
            <a:ahLst/>
            <a:cxnLst/>
            <a:rect l="l" t="t" r="r" b="b"/>
            <a:pathLst>
              <a:path w="2430115" h="1294338" extrusionOk="0">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26" name="Google Shape;26;p37"/>
          <p:cNvSpPr/>
          <p:nvPr/>
        </p:nvSpPr>
        <p:spPr>
          <a:xfrm>
            <a:off x="-10954" y="3988558"/>
            <a:ext cx="2469462" cy="2893553"/>
          </a:xfrm>
          <a:custGeom>
            <a:avLst/>
            <a:gdLst/>
            <a:ahLst/>
            <a:cxnLst/>
            <a:rect l="l" t="t" r="r" b="b"/>
            <a:pathLst>
              <a:path w="2469462" h="2893553" extrusionOk="0">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27" name="Google Shape;27;p37"/>
          <p:cNvSpPr txBox="1">
            <a:spLocks noGrp="1"/>
          </p:cNvSpPr>
          <p:nvPr>
            <p:ph type="title"/>
          </p:nvPr>
        </p:nvSpPr>
        <p:spPr>
          <a:xfrm>
            <a:off x="1001467" y="914400"/>
            <a:ext cx="5641848" cy="5029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1"/>
              </a:buClr>
              <a:buSzPts val="3200"/>
              <a:buFont typeface="Arial"/>
              <a:buNone/>
              <a:defRPr sz="32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7"/>
          <p:cNvSpPr txBox="1">
            <a:spLocks noGrp="1"/>
          </p:cNvSpPr>
          <p:nvPr>
            <p:ph type="body" idx="1"/>
          </p:nvPr>
        </p:nvSpPr>
        <p:spPr>
          <a:xfrm>
            <a:off x="6868956" y="1143000"/>
            <a:ext cx="4190999" cy="4679830"/>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dk1"/>
              </a:buClr>
              <a:buSzPts val="2400"/>
              <a:buNone/>
              <a:defRPr sz="2400" cap="none"/>
            </a:lvl1pPr>
            <a:lvl2pPr marL="914400" lvl="1" indent="-228600" algn="r">
              <a:lnSpc>
                <a:spcPct val="90000"/>
              </a:lnSpc>
              <a:spcBef>
                <a:spcPts val="500"/>
              </a:spcBef>
              <a:spcAft>
                <a:spcPts val="0"/>
              </a:spcAft>
              <a:buClr>
                <a:schemeClr val="dk1"/>
              </a:buClr>
              <a:buSzPts val="1800"/>
              <a:buNone/>
              <a:defRPr sz="1800">
                <a:latin typeface="Arial"/>
                <a:ea typeface="Arial"/>
                <a:cs typeface="Arial"/>
                <a:sym typeface="Arial"/>
              </a:defRPr>
            </a:lvl2pPr>
            <a:lvl3pPr marL="1371600" lvl="2" indent="-228600" algn="r">
              <a:lnSpc>
                <a:spcPct val="90000"/>
              </a:lnSpc>
              <a:spcBef>
                <a:spcPts val="500"/>
              </a:spcBef>
              <a:spcAft>
                <a:spcPts val="0"/>
              </a:spcAft>
              <a:buClr>
                <a:schemeClr val="dk1"/>
              </a:buClr>
              <a:buSzPts val="2000"/>
              <a:buNone/>
              <a:defRPr/>
            </a:lvl3pPr>
            <a:lvl4pPr marL="1828800" lvl="3" indent="-228600" algn="r">
              <a:lnSpc>
                <a:spcPct val="90000"/>
              </a:lnSpc>
              <a:spcBef>
                <a:spcPts val="500"/>
              </a:spcBef>
              <a:spcAft>
                <a:spcPts val="0"/>
              </a:spcAft>
              <a:buClr>
                <a:schemeClr val="dk1"/>
              </a:buClr>
              <a:buSzPts val="1800"/>
              <a:buNone/>
              <a:defRPr/>
            </a:lvl4pPr>
            <a:lvl5pPr marL="2286000" lvl="4" indent="-228600" algn="r">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Picture with Caption 2">
  <p:cSld name="Picture with Caption 2">
    <p:bg>
      <p:bgPr>
        <a:solidFill>
          <a:schemeClr val="lt2"/>
        </a:solidFill>
        <a:effectLst/>
      </p:bgPr>
    </p:bg>
    <p:spTree>
      <p:nvGrpSpPr>
        <p:cNvPr id="1" name="Shape 29"/>
        <p:cNvGrpSpPr/>
        <p:nvPr/>
      </p:nvGrpSpPr>
      <p:grpSpPr>
        <a:xfrm>
          <a:off x="0" y="0"/>
          <a:ext cx="0" cy="0"/>
          <a:chOff x="0" y="0"/>
          <a:chExt cx="0" cy="0"/>
        </a:xfrm>
      </p:grpSpPr>
      <p:sp>
        <p:nvSpPr>
          <p:cNvPr id="30" name="Google Shape;30;p38"/>
          <p:cNvSpPr txBox="1">
            <a:spLocks noGrp="1"/>
          </p:cNvSpPr>
          <p:nvPr>
            <p:ph type="title"/>
          </p:nvPr>
        </p:nvSpPr>
        <p:spPr>
          <a:xfrm>
            <a:off x="914400" y="914400"/>
            <a:ext cx="5641848" cy="5029200"/>
          </a:xfrm>
          <a:prstGeom prst="rect">
            <a:avLst/>
          </a:prstGeom>
          <a:noFill/>
          <a:ln>
            <a:noFill/>
          </a:ln>
        </p:spPr>
        <p:txBody>
          <a:bodyPr spcFirstLastPara="1" wrap="square" lIns="91425" tIns="45700" rIns="91425" bIns="45700" anchor="ctr" anchorCtr="0">
            <a:noAutofit/>
          </a:bodyPr>
          <a:lstStyle>
            <a:lvl1pPr lvl="0" algn="l">
              <a:lnSpc>
                <a:spcPct val="75000"/>
              </a:lnSpc>
              <a:spcBef>
                <a:spcPts val="0"/>
              </a:spcBef>
              <a:spcAft>
                <a:spcPts val="0"/>
              </a:spcAft>
              <a:buClr>
                <a:schemeClr val="dk1"/>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 name="Google Shape;31;p38"/>
          <p:cNvPicPr preferRelativeResize="0"/>
          <p:nvPr/>
        </p:nvPicPr>
        <p:blipFill rotWithShape="1">
          <a:blip r:embed="rId2">
            <a:alphaModFix/>
          </a:blip>
          <a:srcRect r="30186" b="9728"/>
          <a:stretch/>
        </p:blipFill>
        <p:spPr>
          <a:xfrm>
            <a:off x="6768197" y="1875319"/>
            <a:ext cx="4727117" cy="4998132"/>
          </a:xfrm>
          <a:prstGeom prst="rect">
            <a:avLst/>
          </a:prstGeom>
          <a:noFill/>
          <a:ln>
            <a:noFill/>
          </a:ln>
        </p:spPr>
      </p:pic>
      <p:sp>
        <p:nvSpPr>
          <p:cNvPr id="32" name="Google Shape;32;p38"/>
          <p:cNvSpPr/>
          <p:nvPr/>
        </p:nvSpPr>
        <p:spPr>
          <a:xfrm>
            <a:off x="6867286" y="1"/>
            <a:ext cx="5324716" cy="6417732"/>
          </a:xfrm>
          <a:custGeom>
            <a:avLst/>
            <a:gdLst/>
            <a:ahLst/>
            <a:cxnLst/>
            <a:rect l="l" t="t" r="r" b="b"/>
            <a:pathLst>
              <a:path w="5113309" h="6162929" extrusionOk="0">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15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33" name="Google Shape;33;p38"/>
          <p:cNvSpPr>
            <a:spLocks noGrp="1"/>
          </p:cNvSpPr>
          <p:nvPr>
            <p:ph type="pic" idx="2"/>
          </p:nvPr>
        </p:nvSpPr>
        <p:spPr>
          <a:xfrm>
            <a:off x="7401941" y="0"/>
            <a:ext cx="4790059" cy="6587067"/>
          </a:xfrm>
          <a:prstGeom prst="rect">
            <a:avLst/>
          </a:prstGeom>
          <a:solidFill>
            <a:srgbClr val="BEA388"/>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7">
  <p:cSld name="Title and Content 7">
    <p:bg>
      <p:bgPr>
        <a:solidFill>
          <a:schemeClr val="lt2"/>
        </a:solidFill>
        <a:effectLst/>
      </p:bgPr>
    </p:bg>
    <p:spTree>
      <p:nvGrpSpPr>
        <p:cNvPr id="1" name="Shape 34"/>
        <p:cNvGrpSpPr/>
        <p:nvPr/>
      </p:nvGrpSpPr>
      <p:grpSpPr>
        <a:xfrm>
          <a:off x="0" y="0"/>
          <a:ext cx="0" cy="0"/>
          <a:chOff x="0" y="0"/>
          <a:chExt cx="0" cy="0"/>
        </a:xfrm>
      </p:grpSpPr>
      <p:grpSp>
        <p:nvGrpSpPr>
          <p:cNvPr id="35" name="Google Shape;35;p39"/>
          <p:cNvGrpSpPr/>
          <p:nvPr/>
        </p:nvGrpSpPr>
        <p:grpSpPr>
          <a:xfrm flipH="1">
            <a:off x="8970744" y="5209684"/>
            <a:ext cx="3221255" cy="1682471"/>
            <a:chOff x="-1483620" y="3988558"/>
            <a:chExt cx="4239452" cy="2903598"/>
          </a:xfrm>
        </p:grpSpPr>
        <p:sp>
          <p:nvSpPr>
            <p:cNvPr id="36" name="Google Shape;36;p39"/>
            <p:cNvSpPr/>
            <p:nvPr/>
          </p:nvSpPr>
          <p:spPr>
            <a:xfrm>
              <a:off x="325717" y="5597818"/>
              <a:ext cx="2430115" cy="1294338"/>
            </a:xfrm>
            <a:custGeom>
              <a:avLst/>
              <a:gdLst/>
              <a:ahLst/>
              <a:cxnLst/>
              <a:rect l="l" t="t" r="r" b="b"/>
              <a:pathLst>
                <a:path w="2430115" h="1294338" extrusionOk="0">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37" name="Google Shape;37;p39"/>
            <p:cNvSpPr/>
            <p:nvPr/>
          </p:nvSpPr>
          <p:spPr>
            <a:xfrm>
              <a:off x="-1483620" y="3988558"/>
              <a:ext cx="2469462" cy="2893553"/>
            </a:xfrm>
            <a:custGeom>
              <a:avLst/>
              <a:gdLst/>
              <a:ahLst/>
              <a:cxnLst/>
              <a:rect l="l" t="t" r="r" b="b"/>
              <a:pathLst>
                <a:path w="2469462" h="2893553" extrusionOk="0">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grpSp>
      <p:sp>
        <p:nvSpPr>
          <p:cNvPr id="38" name="Google Shape;38;p39"/>
          <p:cNvSpPr txBox="1">
            <a:spLocks noGrp="1"/>
          </p:cNvSpPr>
          <p:nvPr>
            <p:ph type="title"/>
          </p:nvPr>
        </p:nvSpPr>
        <p:spPr>
          <a:xfrm>
            <a:off x="914400" y="914400"/>
            <a:ext cx="7534656"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9"/>
          <p:cNvSpPr/>
          <p:nvPr/>
        </p:nvSpPr>
        <p:spPr>
          <a:xfrm rot="10800000">
            <a:off x="-1" y="5010313"/>
            <a:ext cx="3307890" cy="1876021"/>
          </a:xfrm>
          <a:custGeom>
            <a:avLst/>
            <a:gdLst/>
            <a:ahLst/>
            <a:cxnLst/>
            <a:rect l="l" t="t" r="r" b="b"/>
            <a:pathLst>
              <a:path w="3307890" h="1876021" extrusionOk="0">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40" name="Google Shape;40;p39"/>
          <p:cNvSpPr/>
          <p:nvPr/>
        </p:nvSpPr>
        <p:spPr>
          <a:xfrm rot="10800000">
            <a:off x="9394047" y="4650286"/>
            <a:ext cx="1859768" cy="2207713"/>
          </a:xfrm>
          <a:custGeom>
            <a:avLst/>
            <a:gdLst/>
            <a:ahLst/>
            <a:cxnLst/>
            <a:rect l="l" t="t" r="r" b="b"/>
            <a:pathLst>
              <a:path w="1859768" h="2207713" extrusionOk="0">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dk1">
              <a:alpha val="1215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41" name="Google Shape;41;p39"/>
          <p:cNvSpPr/>
          <p:nvPr/>
        </p:nvSpPr>
        <p:spPr>
          <a:xfrm rot="-5400000" flipH="1">
            <a:off x="8812879" y="2130044"/>
            <a:ext cx="5509165" cy="1249078"/>
          </a:xfrm>
          <a:custGeom>
            <a:avLst/>
            <a:gdLst/>
            <a:ahLst/>
            <a:cxnLst/>
            <a:rect l="l" t="t" r="r" b="b"/>
            <a:pathLst>
              <a:path w="5509165" h="1249078" extrusionOk="0">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42" name="Google Shape;42;p39"/>
          <p:cNvSpPr txBox="1">
            <a:spLocks noGrp="1"/>
          </p:cNvSpPr>
          <p:nvPr>
            <p:ph type="body" idx="1"/>
          </p:nvPr>
        </p:nvSpPr>
        <p:spPr>
          <a:xfrm>
            <a:off x="914400" y="2039112"/>
            <a:ext cx="7150608" cy="3356576"/>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Char char="•"/>
              <a:defRPr sz="20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39"/>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bg>
      <p:bgPr>
        <a:solidFill>
          <a:schemeClr val="lt2"/>
        </a:solidFill>
        <a:effectLst/>
      </p:bgPr>
    </p:bg>
    <p:spTree>
      <p:nvGrpSpPr>
        <p:cNvPr id="1" name="Shape 44"/>
        <p:cNvGrpSpPr/>
        <p:nvPr/>
      </p:nvGrpSpPr>
      <p:grpSpPr>
        <a:xfrm>
          <a:off x="0" y="0"/>
          <a:ext cx="0" cy="0"/>
          <a:chOff x="0" y="0"/>
          <a:chExt cx="0" cy="0"/>
        </a:xfrm>
      </p:grpSpPr>
      <p:sp>
        <p:nvSpPr>
          <p:cNvPr id="45" name="Google Shape;45;p40"/>
          <p:cNvSpPr/>
          <p:nvPr/>
        </p:nvSpPr>
        <p:spPr>
          <a:xfrm>
            <a:off x="4600810" y="0"/>
            <a:ext cx="7591189" cy="6858000"/>
          </a:xfrm>
          <a:custGeom>
            <a:avLst/>
            <a:gdLst/>
            <a:ahLst/>
            <a:cxnLst/>
            <a:rect l="l" t="t" r="r" b="b"/>
            <a:pathLst>
              <a:path w="7591189" h="6858000" extrusionOk="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46" name="Google Shape;46;p40"/>
          <p:cNvSpPr/>
          <p:nvPr/>
        </p:nvSpPr>
        <p:spPr>
          <a:xfrm>
            <a:off x="6134000" y="-30589"/>
            <a:ext cx="5047481" cy="6915258"/>
          </a:xfrm>
          <a:custGeom>
            <a:avLst/>
            <a:gdLst/>
            <a:ahLst/>
            <a:cxnLst/>
            <a:rect l="l" t="t" r="r" b="b"/>
            <a:pathLst>
              <a:path w="5047481" h="6915258" extrusionOk="0">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cmpd="sng">
            <a:solidFill>
              <a:schemeClr val="accent1">
                <a:alpha val="50196"/>
              </a:schemeClr>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47" name="Google Shape;47;p40"/>
          <p:cNvSpPr txBox="1">
            <a:spLocks noGrp="1"/>
          </p:cNvSpPr>
          <p:nvPr>
            <p:ph type="title"/>
          </p:nvPr>
        </p:nvSpPr>
        <p:spPr>
          <a:xfrm>
            <a:off x="914400" y="914400"/>
            <a:ext cx="10360152"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40"/>
          <p:cNvSpPr txBox="1">
            <a:spLocks noGrp="1"/>
          </p:cNvSpPr>
          <p:nvPr>
            <p:ph type="body" idx="1"/>
          </p:nvPr>
        </p:nvSpPr>
        <p:spPr>
          <a:xfrm>
            <a:off x="914399" y="2039111"/>
            <a:ext cx="6729984" cy="384048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Font typeface="Courier New"/>
              <a:buChar char="o"/>
              <a:defRPr sz="2000" cap="none"/>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40"/>
          <p:cNvSpPr txBox="1">
            <a:spLocks noGrp="1"/>
          </p:cNvSpPr>
          <p:nvPr>
            <p:ph type="body" idx="2"/>
          </p:nvPr>
        </p:nvSpPr>
        <p:spPr>
          <a:xfrm>
            <a:off x="8113472" y="2039111"/>
            <a:ext cx="3163824"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0"/>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lt2"/>
        </a:solidFill>
        <a:effectLst/>
      </p:bgPr>
    </p:bg>
    <p:spTree>
      <p:nvGrpSpPr>
        <p:cNvPr id="1" name="Shape 51"/>
        <p:cNvGrpSpPr/>
        <p:nvPr/>
      </p:nvGrpSpPr>
      <p:grpSpPr>
        <a:xfrm>
          <a:off x="0" y="0"/>
          <a:ext cx="0" cy="0"/>
          <a:chOff x="0" y="0"/>
          <a:chExt cx="0" cy="0"/>
        </a:xfrm>
      </p:grpSpPr>
      <p:sp>
        <p:nvSpPr>
          <p:cNvPr id="52" name="Google Shape;52;p41"/>
          <p:cNvSpPr/>
          <p:nvPr/>
        </p:nvSpPr>
        <p:spPr>
          <a:xfrm>
            <a:off x="1" y="1"/>
            <a:ext cx="3216357" cy="3480449"/>
          </a:xfrm>
          <a:custGeom>
            <a:avLst/>
            <a:gdLst/>
            <a:ahLst/>
            <a:cxnLst/>
            <a:rect l="l" t="t" r="r" b="b"/>
            <a:pathLst>
              <a:path w="3216357" h="3480449" extrusionOk="0">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882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3" name="Google Shape;53;p41"/>
          <p:cNvSpPr/>
          <p:nvPr/>
        </p:nvSpPr>
        <p:spPr>
          <a:xfrm>
            <a:off x="9037474" y="1618811"/>
            <a:ext cx="3154526" cy="5229819"/>
          </a:xfrm>
          <a:custGeom>
            <a:avLst/>
            <a:gdLst/>
            <a:ahLst/>
            <a:cxnLst/>
            <a:rect l="l" t="t" r="r" b="b"/>
            <a:pathLst>
              <a:path w="3154526" h="5229819" extrusionOk="0">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rgbClr val="C5C3AD">
              <a:alpha val="32941"/>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54" name="Google Shape;54;p41"/>
          <p:cNvSpPr/>
          <p:nvPr/>
        </p:nvSpPr>
        <p:spPr>
          <a:xfrm>
            <a:off x="-1" y="2673019"/>
            <a:ext cx="1697023" cy="1898712"/>
          </a:xfrm>
          <a:custGeom>
            <a:avLst/>
            <a:gdLst/>
            <a:ahLst/>
            <a:cxnLst/>
            <a:rect l="l" t="t" r="r" b="b"/>
            <a:pathLst>
              <a:path w="1697023" h="1898712" extrusionOk="0">
                <a:moveTo>
                  <a:pt x="0" y="0"/>
                </a:moveTo>
                <a:lnTo>
                  <a:pt x="1697023" y="0"/>
                </a:lnTo>
                <a:lnTo>
                  <a:pt x="1697023" y="1898712"/>
                </a:lnTo>
                <a:lnTo>
                  <a:pt x="0" y="1898712"/>
                </a:lnTo>
                <a:close/>
              </a:path>
            </a:pathLst>
          </a:custGeom>
          <a:noFill/>
          <a:ln>
            <a:noFill/>
          </a:ln>
        </p:spPr>
      </p:sp>
      <p:sp>
        <p:nvSpPr>
          <p:cNvPr id="55" name="Google Shape;55;p41"/>
          <p:cNvSpPr/>
          <p:nvPr/>
        </p:nvSpPr>
        <p:spPr>
          <a:xfrm>
            <a:off x="0" y="2"/>
            <a:ext cx="2476443" cy="3377247"/>
          </a:xfrm>
          <a:custGeom>
            <a:avLst/>
            <a:gdLst/>
            <a:ahLst/>
            <a:cxnLst/>
            <a:rect l="l" t="t" r="r" b="b"/>
            <a:pathLst>
              <a:path w="2476443" h="3377247" extrusionOk="0">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dk1">
              <a:alpha val="1215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56" name="Google Shape;56;p41"/>
          <p:cNvSpPr txBox="1">
            <a:spLocks noGrp="1"/>
          </p:cNvSpPr>
          <p:nvPr>
            <p:ph type="title"/>
          </p:nvPr>
        </p:nvSpPr>
        <p:spPr>
          <a:xfrm>
            <a:off x="914400" y="914400"/>
            <a:ext cx="10360152" cy="2843784"/>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800"/>
              <a:buFont typeface="Arial"/>
              <a:buNone/>
              <a:defRPr sz="4800" cap="none">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41"/>
          <p:cNvSpPr txBox="1">
            <a:spLocks noGrp="1"/>
          </p:cNvSpPr>
          <p:nvPr>
            <p:ph type="body" idx="1"/>
          </p:nvPr>
        </p:nvSpPr>
        <p:spPr>
          <a:xfrm>
            <a:off x="2041114" y="3825875"/>
            <a:ext cx="8109772" cy="2644775"/>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400"/>
              <a:buNone/>
              <a:defRPr sz="2400" cap="none"/>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1">
  <p:cSld name="Table 1">
    <p:bg>
      <p:bgPr>
        <a:solidFill>
          <a:schemeClr val="lt2"/>
        </a:solidFill>
        <a:effectLst/>
      </p:bgPr>
    </p:bg>
    <p:spTree>
      <p:nvGrpSpPr>
        <p:cNvPr id="1" name="Shape 58"/>
        <p:cNvGrpSpPr/>
        <p:nvPr/>
      </p:nvGrpSpPr>
      <p:grpSpPr>
        <a:xfrm>
          <a:off x="0" y="0"/>
          <a:ext cx="0" cy="0"/>
          <a:chOff x="0" y="0"/>
          <a:chExt cx="0" cy="0"/>
        </a:xfrm>
      </p:grpSpPr>
      <p:sp>
        <p:nvSpPr>
          <p:cNvPr id="59" name="Google Shape;59;p42"/>
          <p:cNvSpPr txBox="1">
            <a:spLocks noGrp="1"/>
          </p:cNvSpPr>
          <p:nvPr>
            <p:ph type="title"/>
          </p:nvPr>
        </p:nvSpPr>
        <p:spPr>
          <a:xfrm>
            <a:off x="914400" y="914400"/>
            <a:ext cx="10360152"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2"/>
          <p:cNvSpPr txBox="1">
            <a:spLocks noGrp="1"/>
          </p:cNvSpPr>
          <p:nvPr>
            <p:ph type="body" idx="1"/>
          </p:nvPr>
        </p:nvSpPr>
        <p:spPr>
          <a:xfrm>
            <a:off x="914400" y="2039112"/>
            <a:ext cx="4576953" cy="387705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42"/>
          <p:cNvSpPr txBox="1">
            <a:spLocks noGrp="1"/>
          </p:cNvSpPr>
          <p:nvPr>
            <p:ph type="body" idx="2"/>
          </p:nvPr>
        </p:nvSpPr>
        <p:spPr>
          <a:xfrm>
            <a:off x="6357747" y="2039112"/>
            <a:ext cx="4576953" cy="387705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42"/>
          <p:cNvSpPr/>
          <p:nvPr/>
        </p:nvSpPr>
        <p:spPr>
          <a:xfrm>
            <a:off x="0" y="5879804"/>
            <a:ext cx="4707470" cy="978196"/>
          </a:xfrm>
          <a:custGeom>
            <a:avLst/>
            <a:gdLst/>
            <a:ahLst/>
            <a:cxnLst/>
            <a:rect l="l" t="t" r="r" b="b"/>
            <a:pathLst>
              <a:path w="4707470" h="978196" extrusionOk="0">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dk1">
              <a:alpha val="549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63" name="Google Shape;63;p42"/>
          <p:cNvSpPr/>
          <p:nvPr/>
        </p:nvSpPr>
        <p:spPr>
          <a:xfrm rot="10800000">
            <a:off x="9012497" y="1"/>
            <a:ext cx="3179502" cy="2726160"/>
          </a:xfrm>
          <a:custGeom>
            <a:avLst/>
            <a:gdLst/>
            <a:ahLst/>
            <a:cxnLst/>
            <a:rect l="l" t="t" r="r" b="b"/>
            <a:pathLst>
              <a:path w="3179502" h="2726160" extrusionOk="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64" name="Google Shape;64;p42"/>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Content and Picture">
  <p:cSld name="Title Content and Picture">
    <p:bg>
      <p:bgPr>
        <a:solidFill>
          <a:schemeClr val="lt2"/>
        </a:solidFill>
        <a:effectLst/>
      </p:bgPr>
    </p:bg>
    <p:spTree>
      <p:nvGrpSpPr>
        <p:cNvPr id="1" name="Shape 65"/>
        <p:cNvGrpSpPr/>
        <p:nvPr/>
      </p:nvGrpSpPr>
      <p:grpSpPr>
        <a:xfrm>
          <a:off x="0" y="0"/>
          <a:ext cx="0" cy="0"/>
          <a:chOff x="0" y="0"/>
          <a:chExt cx="0" cy="0"/>
        </a:xfrm>
      </p:grpSpPr>
      <p:sp>
        <p:nvSpPr>
          <p:cNvPr id="66" name="Google Shape;66;p43"/>
          <p:cNvSpPr/>
          <p:nvPr/>
        </p:nvSpPr>
        <p:spPr>
          <a:xfrm>
            <a:off x="0" y="0"/>
            <a:ext cx="4303817" cy="6100294"/>
          </a:xfrm>
          <a:custGeom>
            <a:avLst/>
            <a:gdLst/>
            <a:ahLst/>
            <a:cxnLst/>
            <a:rect l="l" t="t" r="r" b="b"/>
            <a:pathLst>
              <a:path w="4303817" h="6100294" extrusionOk="0">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98"/>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67" name="Google Shape;67;p43"/>
          <p:cNvSpPr/>
          <p:nvPr/>
        </p:nvSpPr>
        <p:spPr>
          <a:xfrm rot="5400000">
            <a:off x="7072129" y="3184875"/>
            <a:ext cx="3027835" cy="4339045"/>
          </a:xfrm>
          <a:custGeom>
            <a:avLst/>
            <a:gdLst/>
            <a:ahLst/>
            <a:cxnLst/>
            <a:rect l="l" t="t" r="r" b="b"/>
            <a:pathLst>
              <a:path w="3027835" h="4339045" extrusionOk="0">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dk2">
              <a:alpha val="1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68" name="Google Shape;68;p43"/>
          <p:cNvSpPr txBox="1">
            <a:spLocks noGrp="1"/>
          </p:cNvSpPr>
          <p:nvPr>
            <p:ph type="title"/>
          </p:nvPr>
        </p:nvSpPr>
        <p:spPr>
          <a:xfrm>
            <a:off x="914400" y="914400"/>
            <a:ext cx="7534656"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43"/>
          <p:cNvSpPr txBox="1">
            <a:spLocks noGrp="1"/>
          </p:cNvSpPr>
          <p:nvPr>
            <p:ph type="body" idx="1"/>
          </p:nvPr>
        </p:nvSpPr>
        <p:spPr>
          <a:xfrm>
            <a:off x="914399" y="2039111"/>
            <a:ext cx="5650992" cy="39044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43"/>
          <p:cNvSpPr>
            <a:spLocks noGrp="1"/>
          </p:cNvSpPr>
          <p:nvPr>
            <p:ph type="pic" idx="2"/>
          </p:nvPr>
        </p:nvSpPr>
        <p:spPr>
          <a:xfrm>
            <a:off x="7623125" y="-20757"/>
            <a:ext cx="4589511" cy="6555026"/>
          </a:xfrm>
          <a:prstGeom prst="rect">
            <a:avLst/>
          </a:prstGeom>
          <a:solidFill>
            <a:schemeClr val="accent3"/>
          </a:solidFill>
          <a:ln>
            <a:noFill/>
          </a:ln>
        </p:spPr>
      </p:sp>
      <p:sp>
        <p:nvSpPr>
          <p:cNvPr id="71" name="Google Shape;71;p43"/>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and Two Content 2">
  <p:cSld name="Title and Two Content 2">
    <p:bg>
      <p:bgPr>
        <a:solidFill>
          <a:schemeClr val="lt2"/>
        </a:solidFill>
        <a:effectLst/>
      </p:bgPr>
    </p:bg>
    <p:spTree>
      <p:nvGrpSpPr>
        <p:cNvPr id="1" name="Shape 72"/>
        <p:cNvGrpSpPr/>
        <p:nvPr/>
      </p:nvGrpSpPr>
      <p:grpSpPr>
        <a:xfrm>
          <a:off x="0" y="0"/>
          <a:ext cx="0" cy="0"/>
          <a:chOff x="0" y="0"/>
          <a:chExt cx="0" cy="0"/>
        </a:xfrm>
      </p:grpSpPr>
      <p:sp>
        <p:nvSpPr>
          <p:cNvPr id="73" name="Google Shape;73;p44"/>
          <p:cNvSpPr/>
          <p:nvPr/>
        </p:nvSpPr>
        <p:spPr>
          <a:xfrm rot="5400000">
            <a:off x="10423648" y="-93866"/>
            <a:ext cx="1698615" cy="1838087"/>
          </a:xfrm>
          <a:custGeom>
            <a:avLst/>
            <a:gdLst/>
            <a:ahLst/>
            <a:cxnLst/>
            <a:rect l="l" t="t" r="r" b="b"/>
            <a:pathLst>
              <a:path w="3216357" h="3480449" extrusionOk="0">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882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4" name="Google Shape;74;p44"/>
          <p:cNvSpPr/>
          <p:nvPr/>
        </p:nvSpPr>
        <p:spPr>
          <a:xfrm>
            <a:off x="6381060" y="-24130"/>
            <a:ext cx="5371060" cy="6899910"/>
          </a:xfrm>
          <a:custGeom>
            <a:avLst/>
            <a:gdLst/>
            <a:ahLst/>
            <a:cxnLst/>
            <a:rect l="l" t="t" r="r" b="b"/>
            <a:pathLst>
              <a:path w="5371060" h="6899910" extrusionOk="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75" name="Google Shape;75;p44"/>
          <p:cNvSpPr/>
          <p:nvPr/>
        </p:nvSpPr>
        <p:spPr>
          <a:xfrm>
            <a:off x="1" y="1"/>
            <a:ext cx="3097831" cy="2532431"/>
          </a:xfrm>
          <a:custGeom>
            <a:avLst/>
            <a:gdLst/>
            <a:ahLst/>
            <a:cxnLst/>
            <a:rect l="l" t="t" r="r" b="b"/>
            <a:pathLst>
              <a:path w="3097831" h="2532431" extrusionOk="0">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dk2">
              <a:alpha val="1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cxnSp>
        <p:nvCxnSpPr>
          <p:cNvPr id="76" name="Google Shape;76;p44"/>
          <p:cNvCxnSpPr/>
          <p:nvPr/>
        </p:nvCxnSpPr>
        <p:spPr>
          <a:xfrm>
            <a:off x="10938933" y="6327754"/>
            <a:ext cx="414867" cy="0"/>
          </a:xfrm>
          <a:prstGeom prst="straightConnector1">
            <a:avLst/>
          </a:prstGeom>
          <a:noFill/>
          <a:ln w="15875" cap="flat" cmpd="sng">
            <a:solidFill>
              <a:schemeClr val="dk1"/>
            </a:solidFill>
            <a:prstDash val="solid"/>
            <a:miter lim="8000"/>
            <a:headEnd type="none" w="sm" len="sm"/>
            <a:tailEnd type="none" w="sm" len="sm"/>
          </a:ln>
        </p:spPr>
      </p:cxnSp>
      <p:sp>
        <p:nvSpPr>
          <p:cNvPr id="77" name="Google Shape;77;p44"/>
          <p:cNvSpPr txBox="1">
            <a:spLocks noGrp="1"/>
          </p:cNvSpPr>
          <p:nvPr>
            <p:ph type="title"/>
          </p:nvPr>
        </p:nvSpPr>
        <p:spPr>
          <a:xfrm>
            <a:off x="914400" y="914400"/>
            <a:ext cx="10360152"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4"/>
          <p:cNvSpPr txBox="1">
            <a:spLocks noGrp="1"/>
          </p:cNvSpPr>
          <p:nvPr>
            <p:ph type="body" idx="1"/>
          </p:nvPr>
        </p:nvSpPr>
        <p:spPr>
          <a:xfrm>
            <a:off x="914399" y="2039111"/>
            <a:ext cx="2816352" cy="384048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44"/>
          <p:cNvSpPr txBox="1">
            <a:spLocks noGrp="1"/>
          </p:cNvSpPr>
          <p:nvPr>
            <p:ph type="body" idx="2"/>
          </p:nvPr>
        </p:nvSpPr>
        <p:spPr>
          <a:xfrm>
            <a:off x="4097800" y="2039111"/>
            <a:ext cx="6949440" cy="3840480"/>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Font typeface="Courier New"/>
              <a:buChar char="o"/>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4"/>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5">
  <p:cSld name="Title and Content 5">
    <p:bg>
      <p:bgPr>
        <a:solidFill>
          <a:schemeClr val="lt2"/>
        </a:solidFill>
        <a:effectLst/>
      </p:bgPr>
    </p:bg>
    <p:spTree>
      <p:nvGrpSpPr>
        <p:cNvPr id="1" name="Shape 81"/>
        <p:cNvGrpSpPr/>
        <p:nvPr/>
      </p:nvGrpSpPr>
      <p:grpSpPr>
        <a:xfrm>
          <a:off x="0" y="0"/>
          <a:ext cx="0" cy="0"/>
          <a:chOff x="0" y="0"/>
          <a:chExt cx="0" cy="0"/>
        </a:xfrm>
      </p:grpSpPr>
      <p:sp>
        <p:nvSpPr>
          <p:cNvPr id="82" name="Google Shape;82;p45"/>
          <p:cNvSpPr/>
          <p:nvPr/>
        </p:nvSpPr>
        <p:spPr>
          <a:xfrm>
            <a:off x="0" y="3271424"/>
            <a:ext cx="12192000" cy="3586577"/>
          </a:xfrm>
          <a:custGeom>
            <a:avLst/>
            <a:gdLst/>
            <a:ahLst/>
            <a:cxnLst/>
            <a:rect l="l" t="t" r="r" b="b"/>
            <a:pathLst>
              <a:path w="12192000" h="3586577" extrusionOk="0">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83" name="Google Shape;83;p45"/>
          <p:cNvSpPr/>
          <p:nvPr/>
        </p:nvSpPr>
        <p:spPr>
          <a:xfrm>
            <a:off x="5591140" y="1"/>
            <a:ext cx="5362677" cy="590065"/>
          </a:xfrm>
          <a:custGeom>
            <a:avLst/>
            <a:gdLst/>
            <a:ahLst/>
            <a:cxnLst/>
            <a:rect l="l" t="t" r="r" b="b"/>
            <a:pathLst>
              <a:path w="5362677" h="590065" extrusionOk="0">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84" name="Google Shape;84;p45"/>
          <p:cNvSpPr txBox="1">
            <a:spLocks noGrp="1"/>
          </p:cNvSpPr>
          <p:nvPr>
            <p:ph type="title"/>
          </p:nvPr>
        </p:nvSpPr>
        <p:spPr>
          <a:xfrm>
            <a:off x="914400" y="914400"/>
            <a:ext cx="10360152"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45"/>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Closing">
  <p:cSld name="Closing">
    <p:bg>
      <p:bgPr>
        <a:solidFill>
          <a:schemeClr val="lt2"/>
        </a:solidFill>
        <a:effectLst/>
      </p:bgPr>
    </p:bg>
    <p:spTree>
      <p:nvGrpSpPr>
        <p:cNvPr id="1" name="Shape 86"/>
        <p:cNvGrpSpPr/>
        <p:nvPr/>
      </p:nvGrpSpPr>
      <p:grpSpPr>
        <a:xfrm>
          <a:off x="0" y="0"/>
          <a:ext cx="0" cy="0"/>
          <a:chOff x="0" y="0"/>
          <a:chExt cx="0" cy="0"/>
        </a:xfrm>
      </p:grpSpPr>
      <p:sp>
        <p:nvSpPr>
          <p:cNvPr id="87" name="Google Shape;87;p46"/>
          <p:cNvSpPr/>
          <p:nvPr/>
        </p:nvSpPr>
        <p:spPr>
          <a:xfrm>
            <a:off x="-17145" y="3001406"/>
            <a:ext cx="3865902" cy="3856595"/>
          </a:xfrm>
          <a:custGeom>
            <a:avLst/>
            <a:gdLst/>
            <a:ahLst/>
            <a:cxnLst/>
            <a:rect l="l" t="t" r="r" b="b"/>
            <a:pathLst>
              <a:path w="3865902" h="3856595" extrusionOk="0">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8" name="Google Shape;88;p46"/>
          <p:cNvSpPr/>
          <p:nvPr/>
        </p:nvSpPr>
        <p:spPr>
          <a:xfrm>
            <a:off x="1" y="-1"/>
            <a:ext cx="4267591" cy="2882748"/>
          </a:xfrm>
          <a:custGeom>
            <a:avLst/>
            <a:gdLst/>
            <a:ahLst/>
            <a:cxnLst/>
            <a:rect l="l" t="t" r="r" b="b"/>
            <a:pathLst>
              <a:path w="4267591" h="2882748" extrusionOk="0">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dk1">
              <a:alpha val="12941"/>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89" name="Google Shape;89;p46"/>
          <p:cNvSpPr/>
          <p:nvPr/>
        </p:nvSpPr>
        <p:spPr>
          <a:xfrm>
            <a:off x="10530567" y="1187801"/>
            <a:ext cx="1678579" cy="5460561"/>
          </a:xfrm>
          <a:custGeom>
            <a:avLst/>
            <a:gdLst/>
            <a:ahLst/>
            <a:cxnLst/>
            <a:rect l="l" t="t" r="r" b="b"/>
            <a:pathLst>
              <a:path w="1678579" h="5460561" extrusionOk="0">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90" name="Google Shape;90;p46"/>
          <p:cNvSpPr txBox="1">
            <a:spLocks noGrp="1"/>
          </p:cNvSpPr>
          <p:nvPr>
            <p:ph type="ctrTitle"/>
          </p:nvPr>
        </p:nvSpPr>
        <p:spPr>
          <a:xfrm>
            <a:off x="914400" y="914400"/>
            <a:ext cx="5641848" cy="50292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6"/>
          <p:cNvSpPr txBox="1">
            <a:spLocks noGrp="1"/>
          </p:cNvSpPr>
          <p:nvPr>
            <p:ph type="body" idx="1"/>
          </p:nvPr>
        </p:nvSpPr>
        <p:spPr>
          <a:xfrm>
            <a:off x="6848856" y="914400"/>
            <a:ext cx="3867912" cy="50292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dk1"/>
              </a:buClr>
              <a:buSzPts val="2000"/>
              <a:buFont typeface="Courier New"/>
              <a:buNone/>
              <a:defRPr sz="2000" cap="none"/>
            </a:lvl1pPr>
            <a:lvl2pPr marL="914400" lvl="1" indent="-228600" algn="l">
              <a:lnSpc>
                <a:spcPct val="90000"/>
              </a:lnSpc>
              <a:spcBef>
                <a:spcPts val="1000"/>
              </a:spcBef>
              <a:spcAft>
                <a:spcPts val="0"/>
              </a:spcAft>
              <a:buClr>
                <a:schemeClr val="dk1"/>
              </a:buClr>
              <a:buSzPts val="2000"/>
              <a:buFont typeface="Courier New"/>
              <a:buNone/>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Header 1">
  <p:cSld name="Section Header 1">
    <p:bg>
      <p:bgPr>
        <a:solidFill>
          <a:schemeClr val="lt2"/>
        </a:solidFill>
        <a:effectLst/>
      </p:bgPr>
    </p:bg>
    <p:spTree>
      <p:nvGrpSpPr>
        <p:cNvPr id="1" name="Shape 92"/>
        <p:cNvGrpSpPr/>
        <p:nvPr/>
      </p:nvGrpSpPr>
      <p:grpSpPr>
        <a:xfrm>
          <a:off x="0" y="0"/>
          <a:ext cx="0" cy="0"/>
          <a:chOff x="0" y="0"/>
          <a:chExt cx="0" cy="0"/>
        </a:xfrm>
      </p:grpSpPr>
      <p:sp>
        <p:nvSpPr>
          <p:cNvPr id="93" name="Google Shape;93;p47"/>
          <p:cNvSpPr/>
          <p:nvPr/>
        </p:nvSpPr>
        <p:spPr>
          <a:xfrm>
            <a:off x="6918777" y="0"/>
            <a:ext cx="5288935" cy="6857999"/>
          </a:xfrm>
          <a:custGeom>
            <a:avLst/>
            <a:gdLst/>
            <a:ahLst/>
            <a:cxnLst/>
            <a:rect l="l" t="t" r="r" b="b"/>
            <a:pathLst>
              <a:path w="5288935" h="6857999" extrusionOk="0">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94" name="Google Shape;94;p47"/>
          <p:cNvSpPr/>
          <p:nvPr/>
        </p:nvSpPr>
        <p:spPr>
          <a:xfrm rot="10800000" flipH="1">
            <a:off x="0" y="-26179"/>
            <a:ext cx="5273226" cy="1169180"/>
          </a:xfrm>
          <a:custGeom>
            <a:avLst/>
            <a:gdLst/>
            <a:ahLst/>
            <a:cxnLst/>
            <a:rect l="l" t="t" r="r" b="b"/>
            <a:pathLst>
              <a:path w="5273226" h="1169180" extrusionOk="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95" name="Google Shape;95;p47"/>
          <p:cNvSpPr/>
          <p:nvPr/>
        </p:nvSpPr>
        <p:spPr>
          <a:xfrm>
            <a:off x="8006849" y="3200881"/>
            <a:ext cx="4200862" cy="3685693"/>
          </a:xfrm>
          <a:custGeom>
            <a:avLst/>
            <a:gdLst/>
            <a:ahLst/>
            <a:cxnLst/>
            <a:rect l="l" t="t" r="r" b="b"/>
            <a:pathLst>
              <a:path w="4200862" h="3685693" extrusionOk="0">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96" name="Google Shape;96;p47"/>
          <p:cNvSpPr txBox="1">
            <a:spLocks noGrp="1"/>
          </p:cNvSpPr>
          <p:nvPr>
            <p:ph type="title"/>
          </p:nvPr>
        </p:nvSpPr>
        <p:spPr>
          <a:xfrm>
            <a:off x="5827205" y="914400"/>
            <a:ext cx="5449824" cy="3538728"/>
          </a:xfrm>
          <a:prstGeom prst="rect">
            <a:avLst/>
          </a:prstGeom>
          <a:noFill/>
          <a:ln>
            <a:noFill/>
          </a:ln>
        </p:spPr>
        <p:txBody>
          <a:bodyPr spcFirstLastPara="1" wrap="square" lIns="91425" tIns="45700" rIns="91425" bIns="45700" anchor="b" anchorCtr="0">
            <a:noAutofit/>
          </a:bodyPr>
          <a:lstStyle>
            <a:lvl1pPr lvl="0" algn="l">
              <a:lnSpc>
                <a:spcPct val="75000"/>
              </a:lnSpc>
              <a:spcBef>
                <a:spcPts val="0"/>
              </a:spcBef>
              <a:spcAft>
                <a:spcPts val="0"/>
              </a:spcAft>
              <a:buClr>
                <a:schemeClr val="dk1"/>
              </a:buClr>
              <a:buSzPts val="4800"/>
              <a:buFont typeface="Arial"/>
              <a:buNone/>
              <a:defRPr sz="4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47"/>
          <p:cNvSpPr>
            <a:spLocks noGrp="1"/>
          </p:cNvSpPr>
          <p:nvPr>
            <p:ph type="pic" idx="2"/>
          </p:nvPr>
        </p:nvSpPr>
        <p:spPr>
          <a:xfrm>
            <a:off x="-1" y="261780"/>
            <a:ext cx="5046134" cy="6596220"/>
          </a:xfrm>
          <a:prstGeom prst="rect">
            <a:avLst/>
          </a:prstGeom>
          <a:solidFill>
            <a:schemeClr val="lt2"/>
          </a:solidFill>
          <a:ln>
            <a:noFill/>
          </a:ln>
        </p:spPr>
      </p:sp>
      <p:sp>
        <p:nvSpPr>
          <p:cNvPr id="98" name="Google Shape;98;p47"/>
          <p:cNvSpPr txBox="1">
            <a:spLocks noGrp="1"/>
          </p:cNvSpPr>
          <p:nvPr>
            <p:ph type="body" idx="1"/>
          </p:nvPr>
        </p:nvSpPr>
        <p:spPr>
          <a:xfrm>
            <a:off x="5827204" y="4681728"/>
            <a:ext cx="5449824" cy="128016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2400"/>
              <a:buFont typeface="Courier New"/>
              <a:buNone/>
              <a:defRPr sz="2400" b="0" cap="none"/>
            </a:lvl1pPr>
            <a:lvl2pPr marL="914400" lvl="1" indent="-381000" algn="l">
              <a:lnSpc>
                <a:spcPct val="90000"/>
              </a:lnSpc>
              <a:spcBef>
                <a:spcPts val="500"/>
              </a:spcBef>
              <a:spcAft>
                <a:spcPts val="0"/>
              </a:spcAft>
              <a:buClr>
                <a:schemeClr val="dk1"/>
              </a:buClr>
              <a:buSzPts val="2400"/>
              <a:buChar char="•"/>
              <a:defRPr sz="2400"/>
            </a:lvl2pPr>
            <a:lvl3pPr marL="1371600" lvl="2" indent="-381000" algn="l">
              <a:lnSpc>
                <a:spcPct val="90000"/>
              </a:lnSpc>
              <a:spcBef>
                <a:spcPts val="500"/>
              </a:spcBef>
              <a:spcAft>
                <a:spcPts val="0"/>
              </a:spcAft>
              <a:buClr>
                <a:schemeClr val="dk1"/>
              </a:buClr>
              <a:buSzPts val="2400"/>
              <a:buChar char="•"/>
              <a:defRPr sz="2400"/>
            </a:lvl3pPr>
            <a:lvl4pPr marL="1828800" lvl="3" indent="-381000" algn="l">
              <a:lnSpc>
                <a:spcPct val="90000"/>
              </a:lnSpc>
              <a:spcBef>
                <a:spcPts val="500"/>
              </a:spcBef>
              <a:spcAft>
                <a:spcPts val="0"/>
              </a:spcAft>
              <a:buClr>
                <a:schemeClr val="dk1"/>
              </a:buClr>
              <a:buSzPts val="2400"/>
              <a:buChar char="•"/>
              <a:defRPr sz="2400"/>
            </a:lvl4pPr>
            <a:lvl5pPr marL="2286000" lvl="4" indent="-381000" algn="l">
              <a:lnSpc>
                <a:spcPct val="90000"/>
              </a:lnSpc>
              <a:spcBef>
                <a:spcPts val="500"/>
              </a:spcBef>
              <a:spcAft>
                <a:spcPts val="0"/>
              </a:spcAft>
              <a:buClr>
                <a:schemeClr val="dk1"/>
              </a:buClr>
              <a:buSzPts val="2400"/>
              <a:buChar char="•"/>
              <a:defRPr sz="2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2">
  <p:cSld name="Two Content 2">
    <p:bg>
      <p:bgPr>
        <a:solidFill>
          <a:schemeClr val="lt2"/>
        </a:solidFill>
        <a:effectLst/>
      </p:bgPr>
    </p:bg>
    <p:spTree>
      <p:nvGrpSpPr>
        <p:cNvPr id="1" name="Shape 99"/>
        <p:cNvGrpSpPr/>
        <p:nvPr/>
      </p:nvGrpSpPr>
      <p:grpSpPr>
        <a:xfrm>
          <a:off x="0" y="0"/>
          <a:ext cx="0" cy="0"/>
          <a:chOff x="0" y="0"/>
          <a:chExt cx="0" cy="0"/>
        </a:xfrm>
      </p:grpSpPr>
      <p:grpSp>
        <p:nvGrpSpPr>
          <p:cNvPr id="100" name="Google Shape;100;p48"/>
          <p:cNvGrpSpPr/>
          <p:nvPr/>
        </p:nvGrpSpPr>
        <p:grpSpPr>
          <a:xfrm>
            <a:off x="1" y="1"/>
            <a:ext cx="12192000" cy="6800411"/>
            <a:chOff x="1" y="1"/>
            <a:chExt cx="12192000" cy="6800411"/>
          </a:xfrm>
        </p:grpSpPr>
        <p:sp>
          <p:nvSpPr>
            <p:cNvPr id="101" name="Google Shape;101;p48"/>
            <p:cNvSpPr/>
            <p:nvPr/>
          </p:nvSpPr>
          <p:spPr>
            <a:xfrm>
              <a:off x="1" y="1"/>
              <a:ext cx="3097831" cy="2532431"/>
            </a:xfrm>
            <a:custGeom>
              <a:avLst/>
              <a:gdLst/>
              <a:ahLst/>
              <a:cxnLst/>
              <a:rect l="l" t="t" r="r" b="b"/>
              <a:pathLst>
                <a:path w="3097831" h="2532431" extrusionOk="0">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dk2">
                <a:alpha val="1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02" name="Google Shape;102;p48"/>
            <p:cNvSpPr/>
            <p:nvPr/>
          </p:nvSpPr>
          <p:spPr>
            <a:xfrm>
              <a:off x="9164166" y="2461367"/>
              <a:ext cx="3027835" cy="4339045"/>
            </a:xfrm>
            <a:custGeom>
              <a:avLst/>
              <a:gdLst/>
              <a:ahLst/>
              <a:cxnLst/>
              <a:rect l="l" t="t" r="r" b="b"/>
              <a:pathLst>
                <a:path w="3027835" h="4339045" extrusionOk="0">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dk2">
                <a:alpha val="1019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grpSp>
      <p:sp>
        <p:nvSpPr>
          <p:cNvPr id="103" name="Google Shape;103;p48"/>
          <p:cNvSpPr txBox="1">
            <a:spLocks noGrp="1"/>
          </p:cNvSpPr>
          <p:nvPr>
            <p:ph type="title"/>
          </p:nvPr>
        </p:nvSpPr>
        <p:spPr>
          <a:xfrm>
            <a:off x="914400" y="914400"/>
            <a:ext cx="10360152" cy="914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48"/>
          <p:cNvSpPr txBox="1">
            <a:spLocks noGrp="1"/>
          </p:cNvSpPr>
          <p:nvPr>
            <p:ph type="body" idx="1"/>
          </p:nvPr>
        </p:nvSpPr>
        <p:spPr>
          <a:xfrm>
            <a:off x="914399" y="2039112"/>
            <a:ext cx="3364992" cy="3904488"/>
          </a:xfrm>
          <a:prstGeom prst="rect">
            <a:avLst/>
          </a:prstGeom>
          <a:noFill/>
          <a:ln>
            <a:noFill/>
          </a:ln>
        </p:spPr>
        <p:txBody>
          <a:bodyPr spcFirstLastPara="1" wrap="square" lIns="91425" tIns="45700" rIns="91425" bIns="45700" anchor="t" anchorCtr="0">
            <a:normAutofit/>
          </a:bodyPr>
          <a:lstStyle>
            <a:lvl1pPr marL="457200" lvl="0" indent="-355600" algn="l">
              <a:lnSpc>
                <a:spcPct val="90000"/>
              </a:lnSpc>
              <a:spcBef>
                <a:spcPts val="1000"/>
              </a:spcBef>
              <a:spcAft>
                <a:spcPts val="0"/>
              </a:spcAft>
              <a:buClr>
                <a:schemeClr val="dk1"/>
              </a:buClr>
              <a:buSzPts val="2000"/>
              <a:buFont typeface="Arial"/>
              <a:buAutoNum type="arabicPeriod"/>
              <a:defRPr sz="2000"/>
            </a:lvl1pPr>
            <a:lvl2pPr marL="914400" lvl="1" indent="-355600" algn="l">
              <a:lnSpc>
                <a:spcPct val="90000"/>
              </a:lnSpc>
              <a:spcBef>
                <a:spcPts val="1000"/>
              </a:spcBef>
              <a:spcAft>
                <a:spcPts val="0"/>
              </a:spcAft>
              <a:buClr>
                <a:schemeClr val="dk1"/>
              </a:buClr>
              <a:buSzPts val="2000"/>
              <a:buFont typeface="Arial"/>
              <a:buAutoNum type="alphaLcPeriod"/>
              <a:defRPr sz="2000"/>
            </a:lvl2pPr>
            <a:lvl3pPr marL="1371600" lvl="2" indent="-355600" algn="l">
              <a:lnSpc>
                <a:spcPct val="90000"/>
              </a:lnSpc>
              <a:spcBef>
                <a:spcPts val="1000"/>
              </a:spcBef>
              <a:spcAft>
                <a:spcPts val="0"/>
              </a:spcAft>
              <a:buClr>
                <a:schemeClr val="dk1"/>
              </a:buClr>
              <a:buSzPts val="2000"/>
              <a:buFont typeface="Arial"/>
              <a:buAutoNum type="arabicParenR"/>
              <a:defRPr sz="2000"/>
            </a:lvl3pPr>
            <a:lvl4pPr marL="1828800" lvl="3" indent="-355600" algn="l">
              <a:lnSpc>
                <a:spcPct val="90000"/>
              </a:lnSpc>
              <a:spcBef>
                <a:spcPts val="1000"/>
              </a:spcBef>
              <a:spcAft>
                <a:spcPts val="0"/>
              </a:spcAft>
              <a:buClr>
                <a:schemeClr val="dk1"/>
              </a:buClr>
              <a:buSzPts val="2000"/>
              <a:buFont typeface="Arial"/>
              <a:buAutoNum type="alphaLcParenR"/>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48"/>
          <p:cNvSpPr txBox="1">
            <a:spLocks noGrp="1"/>
          </p:cNvSpPr>
          <p:nvPr>
            <p:ph type="body" idx="2"/>
          </p:nvPr>
        </p:nvSpPr>
        <p:spPr>
          <a:xfrm>
            <a:off x="4743451" y="2039112"/>
            <a:ext cx="6537960" cy="39044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a:lvl1pPr>
            <a:lvl2pPr marL="914400" lvl="1" indent="-355600" algn="l">
              <a:lnSpc>
                <a:spcPct val="90000"/>
              </a:lnSpc>
              <a:spcBef>
                <a:spcPts val="1000"/>
              </a:spcBef>
              <a:spcAft>
                <a:spcPts val="0"/>
              </a:spcAft>
              <a:buClr>
                <a:schemeClr val="dk1"/>
              </a:buClr>
              <a:buSzPts val="2000"/>
              <a:buFont typeface="Courier New"/>
              <a:buChar char="o"/>
              <a:defRPr sz="2000"/>
            </a:lvl2pPr>
            <a:lvl3pPr marL="1371600" lvl="2" indent="-355600" algn="l">
              <a:lnSpc>
                <a:spcPct val="90000"/>
              </a:lnSpc>
              <a:spcBef>
                <a:spcPts val="1000"/>
              </a:spcBef>
              <a:spcAft>
                <a:spcPts val="0"/>
              </a:spcAft>
              <a:buClr>
                <a:schemeClr val="dk1"/>
              </a:buClr>
              <a:buSzPts val="2000"/>
              <a:buFont typeface="Courier New"/>
              <a:buChar char="o"/>
              <a:defRPr sz="2000"/>
            </a:lvl3pPr>
            <a:lvl4pPr marL="1828800" lvl="3" indent="-355600" algn="l">
              <a:lnSpc>
                <a:spcPct val="90000"/>
              </a:lnSpc>
              <a:spcBef>
                <a:spcPts val="1000"/>
              </a:spcBef>
              <a:spcAft>
                <a:spcPts val="0"/>
              </a:spcAft>
              <a:buClr>
                <a:schemeClr val="dk1"/>
              </a:buClr>
              <a:buSzPts val="2000"/>
              <a:buFont typeface="Courier New"/>
              <a:buChar char="o"/>
              <a:defRPr sz="2000"/>
            </a:lvl4pPr>
            <a:lvl5pPr marL="2286000" lvl="4" indent="-355600" algn="l">
              <a:lnSpc>
                <a:spcPct val="90000"/>
              </a:lnSpc>
              <a:spcBef>
                <a:spcPts val="1000"/>
              </a:spcBef>
              <a:spcAft>
                <a:spcPts val="0"/>
              </a:spcAft>
              <a:buClr>
                <a:schemeClr val="dk1"/>
              </a:buClr>
              <a:buSzPts val="2000"/>
              <a:buFont typeface="Courier New"/>
              <a:buChar char="o"/>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48"/>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0" i="0">
                <a:solidFill>
                  <a:schemeClr val="dk1"/>
                </a:solidFill>
                <a:latin typeface="Arial"/>
                <a:ea typeface="Arial"/>
                <a:cs typeface="Arial"/>
                <a:sym typeface="Arial"/>
              </a:defRPr>
            </a:lvl1pPr>
            <a:lvl2pPr marL="0" lvl="1" indent="0" algn="ctr">
              <a:spcBef>
                <a:spcPts val="0"/>
              </a:spcBef>
              <a:buNone/>
              <a:defRPr sz="2400" b="0" i="0">
                <a:solidFill>
                  <a:schemeClr val="dk1"/>
                </a:solidFill>
                <a:latin typeface="Arial"/>
                <a:ea typeface="Arial"/>
                <a:cs typeface="Arial"/>
                <a:sym typeface="Arial"/>
              </a:defRPr>
            </a:lvl2pPr>
            <a:lvl3pPr marL="0" lvl="2" indent="0" algn="ctr">
              <a:spcBef>
                <a:spcPts val="0"/>
              </a:spcBef>
              <a:buNone/>
              <a:defRPr sz="2400" b="0" i="0">
                <a:solidFill>
                  <a:schemeClr val="dk1"/>
                </a:solidFill>
                <a:latin typeface="Arial"/>
                <a:ea typeface="Arial"/>
                <a:cs typeface="Arial"/>
                <a:sym typeface="Arial"/>
              </a:defRPr>
            </a:lvl3pPr>
            <a:lvl4pPr marL="0" lvl="3" indent="0" algn="ctr">
              <a:spcBef>
                <a:spcPts val="0"/>
              </a:spcBef>
              <a:buNone/>
              <a:defRPr sz="2400" b="0" i="0">
                <a:solidFill>
                  <a:schemeClr val="dk1"/>
                </a:solidFill>
                <a:latin typeface="Arial"/>
                <a:ea typeface="Arial"/>
                <a:cs typeface="Arial"/>
                <a:sym typeface="Arial"/>
              </a:defRPr>
            </a:lvl4pPr>
            <a:lvl5pPr marL="0" lvl="4" indent="0" algn="ctr">
              <a:spcBef>
                <a:spcPts val="0"/>
              </a:spcBef>
              <a:buNone/>
              <a:defRPr sz="2400" b="0" i="0">
                <a:solidFill>
                  <a:schemeClr val="dk1"/>
                </a:solidFill>
                <a:latin typeface="Arial"/>
                <a:ea typeface="Arial"/>
                <a:cs typeface="Arial"/>
                <a:sym typeface="Arial"/>
              </a:defRPr>
            </a:lvl5pPr>
            <a:lvl6pPr marL="0" lvl="5" indent="0" algn="ctr">
              <a:spcBef>
                <a:spcPts val="0"/>
              </a:spcBef>
              <a:buNone/>
              <a:defRPr sz="2400" b="0" i="0">
                <a:solidFill>
                  <a:schemeClr val="dk1"/>
                </a:solidFill>
                <a:latin typeface="Arial"/>
                <a:ea typeface="Arial"/>
                <a:cs typeface="Arial"/>
                <a:sym typeface="Arial"/>
              </a:defRPr>
            </a:lvl6pPr>
            <a:lvl7pPr marL="0" lvl="6" indent="0" algn="ctr">
              <a:spcBef>
                <a:spcPts val="0"/>
              </a:spcBef>
              <a:buNone/>
              <a:defRPr sz="2400" b="0" i="0">
                <a:solidFill>
                  <a:schemeClr val="dk1"/>
                </a:solidFill>
                <a:latin typeface="Arial"/>
                <a:ea typeface="Arial"/>
                <a:cs typeface="Arial"/>
                <a:sym typeface="Arial"/>
              </a:defRPr>
            </a:lvl7pPr>
            <a:lvl8pPr marL="0" lvl="7" indent="0" algn="ctr">
              <a:spcBef>
                <a:spcPts val="0"/>
              </a:spcBef>
              <a:buNone/>
              <a:defRPr sz="2400" b="0" i="0">
                <a:solidFill>
                  <a:schemeClr val="dk1"/>
                </a:solidFill>
                <a:latin typeface="Arial"/>
                <a:ea typeface="Arial"/>
                <a:cs typeface="Arial"/>
                <a:sym typeface="Arial"/>
              </a:defRPr>
            </a:lvl8pPr>
            <a:lvl9pPr marL="0" lvl="8" indent="0" algn="ctr">
              <a:spcBef>
                <a:spcPts val="0"/>
              </a:spcBef>
              <a:buNone/>
              <a:defRPr sz="2400" b="0" i="0">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p:cSld name="Blank">
    <p:bg>
      <p:bgPr>
        <a:solidFill>
          <a:schemeClr val="lt2"/>
        </a:solidFill>
        <a:effectLst/>
      </p:bgPr>
    </p:bg>
    <p:spTree>
      <p:nvGrpSpPr>
        <p:cNvPr id="1" name="Shape 107"/>
        <p:cNvGrpSpPr/>
        <p:nvPr/>
      </p:nvGrpSpPr>
      <p:grpSpPr>
        <a:xfrm>
          <a:off x="0" y="0"/>
          <a:ext cx="0" cy="0"/>
          <a:chOff x="0" y="0"/>
          <a:chExt cx="0" cy="0"/>
        </a:xfrm>
      </p:grpSpPr>
      <p:grpSp>
        <p:nvGrpSpPr>
          <p:cNvPr id="108" name="Google Shape;108;p49"/>
          <p:cNvGrpSpPr/>
          <p:nvPr/>
        </p:nvGrpSpPr>
        <p:grpSpPr>
          <a:xfrm flipH="1">
            <a:off x="8970744" y="5209684"/>
            <a:ext cx="3221255" cy="1682471"/>
            <a:chOff x="-1483620" y="3988558"/>
            <a:chExt cx="4239452" cy="2903598"/>
          </a:xfrm>
        </p:grpSpPr>
        <p:sp>
          <p:nvSpPr>
            <p:cNvPr id="109" name="Google Shape;109;p49"/>
            <p:cNvSpPr/>
            <p:nvPr/>
          </p:nvSpPr>
          <p:spPr>
            <a:xfrm>
              <a:off x="325717" y="5597818"/>
              <a:ext cx="2430115" cy="1294338"/>
            </a:xfrm>
            <a:custGeom>
              <a:avLst/>
              <a:gdLst/>
              <a:ahLst/>
              <a:cxnLst/>
              <a:rect l="l" t="t" r="r" b="b"/>
              <a:pathLst>
                <a:path w="2430115" h="1294338" extrusionOk="0">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10" name="Google Shape;110;p49"/>
            <p:cNvSpPr/>
            <p:nvPr/>
          </p:nvSpPr>
          <p:spPr>
            <a:xfrm>
              <a:off x="-1483620" y="3988558"/>
              <a:ext cx="2469462" cy="2893553"/>
            </a:xfrm>
            <a:custGeom>
              <a:avLst/>
              <a:gdLst/>
              <a:ahLst/>
              <a:cxnLst/>
              <a:rect l="l" t="t" r="r" b="b"/>
              <a:pathLst>
                <a:path w="2469462" h="2893553" extrusionOk="0">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grpSp>
      <p:sp>
        <p:nvSpPr>
          <p:cNvPr id="111" name="Google Shape;111;p49"/>
          <p:cNvSpPr/>
          <p:nvPr/>
        </p:nvSpPr>
        <p:spPr>
          <a:xfrm rot="10800000">
            <a:off x="10332231" y="4321742"/>
            <a:ext cx="1859768" cy="2536257"/>
          </a:xfrm>
          <a:custGeom>
            <a:avLst/>
            <a:gdLst/>
            <a:ahLst/>
            <a:cxnLst/>
            <a:rect l="l" t="t" r="r" b="b"/>
            <a:pathLst>
              <a:path w="2476443" h="3377247" extrusionOk="0">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dk1">
              <a:alpha val="12156"/>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
        <p:nvSpPr>
          <p:cNvPr id="112" name="Google Shape;112;p49"/>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0" i="0">
                <a:solidFill>
                  <a:schemeClr val="dk1"/>
                </a:solidFill>
                <a:latin typeface="Arial"/>
                <a:ea typeface="Arial"/>
                <a:cs typeface="Arial"/>
                <a:sym typeface="Arial"/>
              </a:defRPr>
            </a:lvl1pPr>
            <a:lvl2pPr marL="0" lvl="1" indent="0" algn="l">
              <a:spcBef>
                <a:spcPts val="0"/>
              </a:spcBef>
              <a:buNone/>
              <a:defRPr sz="2400" b="0" i="0">
                <a:solidFill>
                  <a:schemeClr val="dk1"/>
                </a:solidFill>
                <a:latin typeface="Arial"/>
                <a:ea typeface="Arial"/>
                <a:cs typeface="Arial"/>
                <a:sym typeface="Arial"/>
              </a:defRPr>
            </a:lvl2pPr>
            <a:lvl3pPr marL="0" lvl="2" indent="0" algn="l">
              <a:spcBef>
                <a:spcPts val="0"/>
              </a:spcBef>
              <a:buNone/>
              <a:defRPr sz="2400" b="0" i="0">
                <a:solidFill>
                  <a:schemeClr val="dk1"/>
                </a:solidFill>
                <a:latin typeface="Arial"/>
                <a:ea typeface="Arial"/>
                <a:cs typeface="Arial"/>
                <a:sym typeface="Arial"/>
              </a:defRPr>
            </a:lvl3pPr>
            <a:lvl4pPr marL="0" lvl="3" indent="0" algn="l">
              <a:spcBef>
                <a:spcPts val="0"/>
              </a:spcBef>
              <a:buNone/>
              <a:defRPr sz="2400" b="0" i="0">
                <a:solidFill>
                  <a:schemeClr val="dk1"/>
                </a:solidFill>
                <a:latin typeface="Arial"/>
                <a:ea typeface="Arial"/>
                <a:cs typeface="Arial"/>
                <a:sym typeface="Arial"/>
              </a:defRPr>
            </a:lvl4pPr>
            <a:lvl5pPr marL="0" lvl="4" indent="0" algn="l">
              <a:spcBef>
                <a:spcPts val="0"/>
              </a:spcBef>
              <a:buNone/>
              <a:defRPr sz="2400" b="0" i="0">
                <a:solidFill>
                  <a:schemeClr val="dk1"/>
                </a:solidFill>
                <a:latin typeface="Arial"/>
                <a:ea typeface="Arial"/>
                <a:cs typeface="Arial"/>
                <a:sym typeface="Arial"/>
              </a:defRPr>
            </a:lvl5pPr>
            <a:lvl6pPr marL="0" lvl="5" indent="0" algn="l">
              <a:spcBef>
                <a:spcPts val="0"/>
              </a:spcBef>
              <a:buNone/>
              <a:defRPr sz="2400" b="0" i="0">
                <a:solidFill>
                  <a:schemeClr val="dk1"/>
                </a:solidFill>
                <a:latin typeface="Arial"/>
                <a:ea typeface="Arial"/>
                <a:cs typeface="Arial"/>
                <a:sym typeface="Arial"/>
              </a:defRPr>
            </a:lvl6pPr>
            <a:lvl7pPr marL="0" lvl="6" indent="0" algn="l">
              <a:spcBef>
                <a:spcPts val="0"/>
              </a:spcBef>
              <a:buNone/>
              <a:defRPr sz="2400" b="0" i="0">
                <a:solidFill>
                  <a:schemeClr val="dk1"/>
                </a:solidFill>
                <a:latin typeface="Arial"/>
                <a:ea typeface="Arial"/>
                <a:cs typeface="Arial"/>
                <a:sym typeface="Arial"/>
              </a:defRPr>
            </a:lvl7pPr>
            <a:lvl8pPr marL="0" lvl="7" indent="0" algn="l">
              <a:spcBef>
                <a:spcPts val="0"/>
              </a:spcBef>
              <a:buNone/>
              <a:defRPr sz="2400" b="0" i="0">
                <a:solidFill>
                  <a:schemeClr val="dk1"/>
                </a:solidFill>
                <a:latin typeface="Arial"/>
                <a:ea typeface="Arial"/>
                <a:cs typeface="Arial"/>
                <a:sym typeface="Arial"/>
              </a:defRPr>
            </a:lvl8pPr>
            <a:lvl9pPr marL="0" lvl="8" indent="0" algn="l">
              <a:spcBef>
                <a:spcPts val="0"/>
              </a:spcBef>
              <a:buNone/>
              <a:defRPr sz="2400" b="0" i="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Gill Sans"/>
                <a:ea typeface="Gill Sans"/>
                <a:cs typeface="Gill Sans"/>
                <a:sym typeface="Gill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Gill Sans"/>
                <a:ea typeface="Gill Sans"/>
                <a:cs typeface="Gill Sans"/>
                <a:sym typeface="Gill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ill Sans"/>
                <a:ea typeface="Gill Sans"/>
                <a:cs typeface="Gill Sans"/>
                <a:sym typeface="Gill Sans"/>
              </a:defRPr>
            </a:lvl9pPr>
          </a:lstStyle>
          <a:p>
            <a:endParaRPr/>
          </a:p>
        </p:txBody>
      </p:sp>
      <p:sp>
        <p:nvSpPr>
          <p:cNvPr id="12" name="Google Shape;12;p35"/>
          <p:cNvSpPr txBox="1">
            <a:spLocks noGrp="1"/>
          </p:cNvSpPr>
          <p:nvPr>
            <p:ph type="dt" idx="10"/>
          </p:nvPr>
        </p:nvSpPr>
        <p:spPr>
          <a:xfrm>
            <a:off x="365760" y="6464808"/>
            <a:ext cx="987552" cy="310896"/>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5"/>
          <p:cNvSpPr txBox="1">
            <a:spLocks noGrp="1"/>
          </p:cNvSpPr>
          <p:nvPr>
            <p:ph type="ftr" idx="11"/>
          </p:nvPr>
        </p:nvSpPr>
        <p:spPr>
          <a:xfrm>
            <a:off x="4379976" y="6464808"/>
            <a:ext cx="3438144" cy="310896"/>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400" b="0" i="0" u="none" strike="noStrike" cap="none">
                <a:solidFill>
                  <a:schemeClr val="dk1"/>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5"/>
          <p:cNvSpPr txBox="1">
            <a:spLocks noGrp="1"/>
          </p:cNvSpPr>
          <p:nvPr>
            <p:ph type="sldNum" idx="12"/>
          </p:nvPr>
        </p:nvSpPr>
        <p:spPr>
          <a:xfrm>
            <a:off x="11353800" y="5879804"/>
            <a:ext cx="661416" cy="895899"/>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2400" b="0" i="0" u="none" strike="noStrike" cap="none">
                <a:solidFill>
                  <a:schemeClr val="dk1"/>
                </a:solidFill>
                <a:latin typeface="Arial"/>
                <a:ea typeface="Arial"/>
                <a:cs typeface="Arial"/>
                <a:sym typeface="Arial"/>
              </a:defRPr>
            </a:lvl1pPr>
            <a:lvl2pPr marL="0" marR="0" lvl="1" indent="0" algn="ctr" rtl="0">
              <a:spcBef>
                <a:spcPts val="0"/>
              </a:spcBef>
              <a:buNone/>
              <a:defRPr sz="2400" b="0" i="0" u="none" strike="noStrike" cap="none">
                <a:solidFill>
                  <a:schemeClr val="dk1"/>
                </a:solidFill>
                <a:latin typeface="Arial"/>
                <a:ea typeface="Arial"/>
                <a:cs typeface="Arial"/>
                <a:sym typeface="Arial"/>
              </a:defRPr>
            </a:lvl2pPr>
            <a:lvl3pPr marL="0" marR="0" lvl="2" indent="0" algn="ctr" rtl="0">
              <a:spcBef>
                <a:spcPts val="0"/>
              </a:spcBef>
              <a:buNone/>
              <a:defRPr sz="2400" b="0" i="0" u="none" strike="noStrike" cap="none">
                <a:solidFill>
                  <a:schemeClr val="dk1"/>
                </a:solidFill>
                <a:latin typeface="Arial"/>
                <a:ea typeface="Arial"/>
                <a:cs typeface="Arial"/>
                <a:sym typeface="Arial"/>
              </a:defRPr>
            </a:lvl3pPr>
            <a:lvl4pPr marL="0" marR="0" lvl="3" indent="0" algn="ctr" rtl="0">
              <a:spcBef>
                <a:spcPts val="0"/>
              </a:spcBef>
              <a:buNone/>
              <a:defRPr sz="2400" b="0" i="0" u="none" strike="noStrike" cap="none">
                <a:solidFill>
                  <a:schemeClr val="dk1"/>
                </a:solidFill>
                <a:latin typeface="Arial"/>
                <a:ea typeface="Arial"/>
                <a:cs typeface="Arial"/>
                <a:sym typeface="Arial"/>
              </a:defRPr>
            </a:lvl4pPr>
            <a:lvl5pPr marL="0" marR="0" lvl="4" indent="0" algn="ctr" rtl="0">
              <a:spcBef>
                <a:spcPts val="0"/>
              </a:spcBef>
              <a:buNone/>
              <a:defRPr sz="2400" b="0" i="0" u="none" strike="noStrike" cap="none">
                <a:solidFill>
                  <a:schemeClr val="dk1"/>
                </a:solidFill>
                <a:latin typeface="Arial"/>
                <a:ea typeface="Arial"/>
                <a:cs typeface="Arial"/>
                <a:sym typeface="Arial"/>
              </a:defRPr>
            </a:lvl5pPr>
            <a:lvl6pPr marL="0" marR="0" lvl="5" indent="0" algn="ctr" rtl="0">
              <a:spcBef>
                <a:spcPts val="0"/>
              </a:spcBef>
              <a:buNone/>
              <a:defRPr sz="2400" b="0" i="0" u="none" strike="noStrike" cap="none">
                <a:solidFill>
                  <a:schemeClr val="dk1"/>
                </a:solidFill>
                <a:latin typeface="Arial"/>
                <a:ea typeface="Arial"/>
                <a:cs typeface="Arial"/>
                <a:sym typeface="Arial"/>
              </a:defRPr>
            </a:lvl6pPr>
            <a:lvl7pPr marL="0" marR="0" lvl="6" indent="0" algn="ctr" rtl="0">
              <a:spcBef>
                <a:spcPts val="0"/>
              </a:spcBef>
              <a:buNone/>
              <a:defRPr sz="2400" b="0" i="0" u="none" strike="noStrike" cap="none">
                <a:solidFill>
                  <a:schemeClr val="dk1"/>
                </a:solidFill>
                <a:latin typeface="Arial"/>
                <a:ea typeface="Arial"/>
                <a:cs typeface="Arial"/>
                <a:sym typeface="Arial"/>
              </a:defRPr>
            </a:lvl7pPr>
            <a:lvl8pPr marL="0" marR="0" lvl="7" indent="0" algn="ctr" rtl="0">
              <a:spcBef>
                <a:spcPts val="0"/>
              </a:spcBef>
              <a:buNone/>
              <a:defRPr sz="2400" b="0" i="0" u="none" strike="noStrike" cap="none">
                <a:solidFill>
                  <a:schemeClr val="dk1"/>
                </a:solidFill>
                <a:latin typeface="Arial"/>
                <a:ea typeface="Arial"/>
                <a:cs typeface="Arial"/>
                <a:sym typeface="Arial"/>
              </a:defRPr>
            </a:lvl8pPr>
            <a:lvl9pPr marL="0" marR="0" lvl="8" indent="0" algn="ctr" rtl="0">
              <a:spcBef>
                <a:spcPts val="0"/>
              </a:spcBef>
              <a:buNone/>
              <a:defRPr sz="24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IN"/>
              <a:t>‹#›</a:t>
            </a:fld>
            <a:endParaRPr/>
          </a:p>
        </p:txBody>
      </p:sp>
      <p:cxnSp>
        <p:nvCxnSpPr>
          <p:cNvPr id="15" name="Google Shape;15;p35"/>
          <p:cNvCxnSpPr>
            <a:endCxn id="14" idx="1"/>
          </p:cNvCxnSpPr>
          <p:nvPr/>
        </p:nvCxnSpPr>
        <p:spPr>
          <a:xfrm>
            <a:off x="10938900" y="6327754"/>
            <a:ext cx="414900" cy="0"/>
          </a:xfrm>
          <a:prstGeom prst="straightConnector1">
            <a:avLst/>
          </a:prstGeom>
          <a:noFill/>
          <a:ln w="15875" cap="flat" cmpd="sng">
            <a:solidFill>
              <a:schemeClr val="dk1"/>
            </a:solidFill>
            <a:prstDash val="solid"/>
            <a:miter lim="8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
          <p:cNvSpPr txBox="1">
            <a:spLocks noGrp="1"/>
          </p:cNvSpPr>
          <p:nvPr>
            <p:ph type="ctrTitle"/>
          </p:nvPr>
        </p:nvSpPr>
        <p:spPr>
          <a:xfrm>
            <a:off x="228600" y="2502353"/>
            <a:ext cx="11734800" cy="185329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800"/>
              <a:buFont typeface="Overlock"/>
              <a:buNone/>
            </a:pPr>
            <a:r>
              <a:rPr lang="en-IN">
                <a:latin typeface="Overlock"/>
                <a:ea typeface="Overlock"/>
                <a:cs typeface="Overlock"/>
                <a:sym typeface="Overlock"/>
              </a:rPr>
              <a:t>DIGITAL LIBRARY &amp; BOOKS PUBLISHING</a:t>
            </a:r>
            <a:br>
              <a:rPr lang="en-IN">
                <a:latin typeface="Overlock"/>
                <a:ea typeface="Overlock"/>
                <a:cs typeface="Overlock"/>
                <a:sym typeface="Overlock"/>
              </a:rPr>
            </a:br>
            <a:r>
              <a:rPr lang="en-IN">
                <a:latin typeface="Overlock"/>
                <a:ea typeface="Overlock"/>
                <a:cs typeface="Overlock"/>
                <a:sym typeface="Overlock"/>
              </a:rPr>
              <a:t>PLATFORM</a:t>
            </a:r>
            <a:endParaRPr>
              <a:latin typeface="Overlock"/>
              <a:ea typeface="Overlock"/>
              <a:cs typeface="Overlock"/>
              <a:sym typeface="Overlo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
          <p:cNvSpPr txBox="1">
            <a:spLocks noGrp="1"/>
          </p:cNvSpPr>
          <p:nvPr>
            <p:ph type="ctrTitle"/>
          </p:nvPr>
        </p:nvSpPr>
        <p:spPr>
          <a:xfrm>
            <a:off x="228600" y="516547"/>
            <a:ext cx="11734800" cy="185329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800"/>
              <a:buFont typeface="Overlock"/>
              <a:buNone/>
            </a:pPr>
            <a:r>
              <a:rPr lang="en-IN">
                <a:latin typeface="Overlock"/>
                <a:ea typeface="Overlock"/>
                <a:cs typeface="Overlock"/>
                <a:sym typeface="Overlock"/>
              </a:rPr>
              <a:t>DIGITAL LIBRARY &amp; BOOKS PUBLISHING</a:t>
            </a:r>
            <a:br>
              <a:rPr lang="en-IN">
                <a:latin typeface="Overlock"/>
                <a:ea typeface="Overlock"/>
                <a:cs typeface="Overlock"/>
                <a:sym typeface="Overlock"/>
              </a:rPr>
            </a:br>
            <a:r>
              <a:rPr lang="en-IN">
                <a:latin typeface="Overlock"/>
                <a:ea typeface="Overlock"/>
                <a:cs typeface="Overlock"/>
                <a:sym typeface="Overlock"/>
              </a:rPr>
              <a:t>PLATFORM</a:t>
            </a:r>
            <a:endParaRPr>
              <a:latin typeface="Overlock"/>
              <a:ea typeface="Overlock"/>
              <a:cs typeface="Overlock"/>
              <a:sym typeface="Overlock"/>
            </a:endParaRPr>
          </a:p>
        </p:txBody>
      </p:sp>
      <p:sp>
        <p:nvSpPr>
          <p:cNvPr id="125" name="Google Shape;125;p2"/>
          <p:cNvSpPr txBox="1"/>
          <p:nvPr/>
        </p:nvSpPr>
        <p:spPr>
          <a:xfrm>
            <a:off x="797681" y="2596343"/>
            <a:ext cx="10596638" cy="25545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0" i="0" u="none" strike="noStrike" cap="none">
                <a:solidFill>
                  <a:schemeClr val="dk1"/>
                </a:solidFill>
                <a:latin typeface="Times New Roman"/>
                <a:ea typeface="Times New Roman"/>
                <a:cs typeface="Times New Roman"/>
                <a:sym typeface="Times New Roman"/>
              </a:rPr>
              <a:t>This project is a web-based platform that allows users to read books and publish their own stories. It includes modules for admin, authors, and readers, along with features like content management, interaction, and basic security to protect original work.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3"/>
          <p:cNvSpPr txBox="1">
            <a:spLocks noGrp="1"/>
          </p:cNvSpPr>
          <p:nvPr>
            <p:ph type="title"/>
          </p:nvPr>
        </p:nvSpPr>
        <p:spPr>
          <a:xfrm>
            <a:off x="606551" y="1299411"/>
            <a:ext cx="5641848" cy="27191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171312"/>
              </a:buClr>
              <a:buSzPts val="2800"/>
              <a:buFont typeface="Arial"/>
              <a:buNone/>
            </a:pPr>
            <a:r>
              <a:rPr lang="en-IN" sz="2800">
                <a:solidFill>
                  <a:srgbClr val="171312"/>
                </a:solidFill>
                <a:latin typeface="Arial"/>
                <a:ea typeface="Arial"/>
                <a:cs typeface="Arial"/>
                <a:sym typeface="Arial"/>
              </a:rPr>
              <a:t>Submitted By :</a:t>
            </a:r>
            <a:br>
              <a:rPr lang="en-IN" sz="2800">
                <a:solidFill>
                  <a:srgbClr val="171312"/>
                </a:solidFill>
                <a:latin typeface="Arial"/>
                <a:ea typeface="Arial"/>
                <a:cs typeface="Arial"/>
                <a:sym typeface="Arial"/>
              </a:rPr>
            </a:br>
            <a:r>
              <a:rPr lang="en-IN" sz="2800">
                <a:solidFill>
                  <a:srgbClr val="171312"/>
                </a:solidFill>
                <a:latin typeface="Arial"/>
                <a:ea typeface="Arial"/>
                <a:cs typeface="Arial"/>
                <a:sym typeface="Arial"/>
              </a:rPr>
              <a:t>Aswin Manoj</a:t>
            </a:r>
            <a:br>
              <a:rPr lang="en-IN" sz="2800">
                <a:solidFill>
                  <a:srgbClr val="171312"/>
                </a:solidFill>
                <a:latin typeface="Arial"/>
                <a:ea typeface="Arial"/>
                <a:cs typeface="Arial"/>
                <a:sym typeface="Arial"/>
              </a:rPr>
            </a:br>
            <a:br>
              <a:rPr lang="en-IN" sz="2800">
                <a:solidFill>
                  <a:srgbClr val="171312"/>
                </a:solidFill>
                <a:latin typeface="Arial"/>
                <a:ea typeface="Arial"/>
                <a:cs typeface="Arial"/>
                <a:sym typeface="Arial"/>
              </a:rPr>
            </a:br>
            <a:r>
              <a:rPr lang="en-IN" sz="2800">
                <a:solidFill>
                  <a:srgbClr val="171312"/>
                </a:solidFill>
                <a:latin typeface="Arial"/>
                <a:ea typeface="Arial"/>
                <a:cs typeface="Arial"/>
                <a:sym typeface="Arial"/>
              </a:rPr>
              <a:t>Guided By :</a:t>
            </a:r>
            <a:br>
              <a:rPr lang="en-IN" sz="2800">
                <a:solidFill>
                  <a:srgbClr val="171312"/>
                </a:solidFill>
                <a:latin typeface="Arial"/>
                <a:ea typeface="Arial"/>
                <a:cs typeface="Arial"/>
                <a:sym typeface="Arial"/>
              </a:rPr>
            </a:br>
            <a:r>
              <a:rPr lang="en-IN" sz="2800">
                <a:solidFill>
                  <a:srgbClr val="171312"/>
                </a:solidFill>
                <a:latin typeface="Arial"/>
                <a:ea typeface="Arial"/>
                <a:cs typeface="Arial"/>
                <a:sym typeface="Arial"/>
              </a:rPr>
              <a:t>Asst.Prof.Reena Cherian</a:t>
            </a:r>
            <a:endParaRPr/>
          </a:p>
        </p:txBody>
      </p:sp>
      <p:sp>
        <p:nvSpPr>
          <p:cNvPr id="132" name="Google Shape;132;p3"/>
          <p:cNvSpPr txBox="1"/>
          <p:nvPr/>
        </p:nvSpPr>
        <p:spPr>
          <a:xfrm>
            <a:off x="6914329" y="2418990"/>
            <a:ext cx="5173579" cy="144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400" b="1">
                <a:solidFill>
                  <a:schemeClr val="dk1"/>
                </a:solidFill>
                <a:latin typeface="Arial"/>
                <a:ea typeface="Arial"/>
                <a:cs typeface="Arial"/>
                <a:sym typeface="Arial"/>
              </a:rPr>
              <a:t>DIGITAL LIBRARY &amp; BOOKS PUBLISHING PLATFORM</a:t>
            </a:r>
            <a:endParaRPr sz="4400" b="1">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4"/>
          <p:cNvSpPr txBox="1"/>
          <p:nvPr/>
        </p:nvSpPr>
        <p:spPr>
          <a:xfrm>
            <a:off x="914400" y="712965"/>
            <a:ext cx="4299284"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5400">
                <a:solidFill>
                  <a:schemeClr val="dk1"/>
                </a:solidFill>
                <a:latin typeface="Overlock"/>
                <a:ea typeface="Overlock"/>
                <a:cs typeface="Overlock"/>
                <a:sym typeface="Overlock"/>
              </a:rPr>
              <a:t>Content</a:t>
            </a:r>
            <a:endParaRPr sz="5400">
              <a:solidFill>
                <a:schemeClr val="dk1"/>
              </a:solidFill>
              <a:latin typeface="Overlock"/>
              <a:ea typeface="Overlock"/>
              <a:cs typeface="Overlock"/>
              <a:sym typeface="Overlock"/>
            </a:endParaRPr>
          </a:p>
        </p:txBody>
      </p:sp>
      <p:sp>
        <p:nvSpPr>
          <p:cNvPr id="139" name="Google Shape;139;p4"/>
          <p:cNvSpPr txBox="1"/>
          <p:nvPr/>
        </p:nvSpPr>
        <p:spPr>
          <a:xfrm>
            <a:off x="721895" y="2358189"/>
            <a:ext cx="5694947" cy="132343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4000"/>
              <a:buFont typeface="Arial"/>
              <a:buChar char="•"/>
            </a:pPr>
            <a:r>
              <a:rPr lang="en-IN" sz="4000">
                <a:solidFill>
                  <a:schemeClr val="dk1"/>
                </a:solidFill>
                <a:latin typeface="Arial"/>
                <a:ea typeface="Arial"/>
                <a:cs typeface="Arial"/>
                <a:sym typeface="Arial"/>
              </a:rPr>
              <a:t>USERS AND MODULES</a:t>
            </a:r>
            <a:endParaRPr/>
          </a:p>
          <a:p>
            <a:pPr marL="285750" marR="0" lvl="0" indent="-285750" algn="l" rtl="0">
              <a:spcBef>
                <a:spcPts val="0"/>
              </a:spcBef>
              <a:spcAft>
                <a:spcPts val="0"/>
              </a:spcAft>
              <a:buClr>
                <a:schemeClr val="dk1"/>
              </a:buClr>
              <a:buSzPts val="4000"/>
              <a:buFont typeface="Arial"/>
              <a:buChar char="•"/>
            </a:pPr>
            <a:r>
              <a:rPr lang="en-IN" sz="4000">
                <a:solidFill>
                  <a:schemeClr val="dk1"/>
                </a:solidFill>
                <a:latin typeface="Arial"/>
                <a:ea typeface="Arial"/>
                <a:cs typeface="Arial"/>
                <a:sym typeface="Arial"/>
              </a:rPr>
              <a:t>UML DAIGRAMS</a:t>
            </a:r>
            <a:endParaRPr sz="40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5"/>
          <p:cNvSpPr txBox="1">
            <a:spLocks noGrp="1"/>
          </p:cNvSpPr>
          <p:nvPr>
            <p:ph type="title"/>
          </p:nvPr>
        </p:nvSpPr>
        <p:spPr>
          <a:xfrm>
            <a:off x="842211" y="441158"/>
            <a:ext cx="7534656" cy="9144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4400"/>
              <a:buFont typeface="Overlock"/>
              <a:buNone/>
            </a:pPr>
            <a:r>
              <a:rPr lang="en-IN" sz="4400">
                <a:latin typeface="Overlock"/>
                <a:ea typeface="Overlock"/>
                <a:cs typeface="Overlock"/>
                <a:sym typeface="Overlock"/>
              </a:rPr>
              <a:t>SYSTEM SPECIFICATION</a:t>
            </a:r>
            <a:endParaRPr sz="4400">
              <a:latin typeface="Overlock"/>
              <a:ea typeface="Overlock"/>
              <a:cs typeface="Overlock"/>
              <a:sym typeface="Overlock"/>
            </a:endParaRPr>
          </a:p>
        </p:txBody>
      </p:sp>
      <p:sp>
        <p:nvSpPr>
          <p:cNvPr id="146" name="Google Shape;146;p5"/>
          <p:cNvSpPr txBox="1">
            <a:spLocks noGrp="1"/>
          </p:cNvSpPr>
          <p:nvPr>
            <p:ph type="body" idx="1"/>
          </p:nvPr>
        </p:nvSpPr>
        <p:spPr>
          <a:xfrm>
            <a:off x="842211" y="2039112"/>
            <a:ext cx="10916651" cy="335657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700"/>
              <a:buChar char="•"/>
            </a:pPr>
            <a:r>
              <a:rPr lang="en-IN" sz="2700">
                <a:latin typeface="Arial"/>
                <a:ea typeface="Arial"/>
                <a:cs typeface="Arial"/>
                <a:sym typeface="Arial"/>
              </a:rPr>
              <a:t>Front End : Standard Web Technologies(HTML, CSS, JavaScript, used with WampServer).</a:t>
            </a:r>
            <a:endParaRPr/>
          </a:p>
          <a:p>
            <a:pPr marL="228600" lvl="0" indent="-228600" algn="l" rtl="0">
              <a:lnSpc>
                <a:spcPct val="90000"/>
              </a:lnSpc>
              <a:spcBef>
                <a:spcPts val="1000"/>
              </a:spcBef>
              <a:spcAft>
                <a:spcPts val="0"/>
              </a:spcAft>
              <a:buClr>
                <a:schemeClr val="dk1"/>
              </a:buClr>
              <a:buSzPts val="2700"/>
              <a:buChar char="•"/>
            </a:pPr>
            <a:r>
              <a:rPr lang="en-IN" sz="2700">
                <a:latin typeface="Arial"/>
                <a:ea typeface="Arial"/>
                <a:cs typeface="Arial"/>
                <a:sym typeface="Arial"/>
              </a:rPr>
              <a:t>Back End :PHP(WampServer)</a:t>
            </a:r>
            <a:endParaRPr/>
          </a:p>
          <a:p>
            <a:pPr marL="228600" lvl="0" indent="-228600" algn="l" rtl="0">
              <a:lnSpc>
                <a:spcPct val="90000"/>
              </a:lnSpc>
              <a:spcBef>
                <a:spcPts val="1000"/>
              </a:spcBef>
              <a:spcAft>
                <a:spcPts val="0"/>
              </a:spcAft>
              <a:buClr>
                <a:schemeClr val="dk1"/>
              </a:buClr>
              <a:buSzPts val="2700"/>
              <a:buChar char="•"/>
            </a:pPr>
            <a:r>
              <a:rPr lang="en-IN" sz="2700">
                <a:latin typeface="Arial"/>
                <a:ea typeface="Arial"/>
                <a:cs typeface="Arial"/>
                <a:sym typeface="Arial"/>
              </a:rPr>
              <a:t>Database :MYSQL Server</a:t>
            </a:r>
            <a:endParaRPr/>
          </a:p>
          <a:p>
            <a:pPr marL="228600" lvl="0" indent="-57150" algn="l" rtl="0">
              <a:lnSpc>
                <a:spcPct val="90000"/>
              </a:lnSpc>
              <a:spcBef>
                <a:spcPts val="1000"/>
              </a:spcBef>
              <a:spcAft>
                <a:spcPts val="0"/>
              </a:spcAft>
              <a:buClr>
                <a:schemeClr val="dk1"/>
              </a:buClr>
              <a:buSzPts val="2700"/>
              <a:buNone/>
            </a:pPr>
            <a:endParaRPr sz="2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6"/>
          <p:cNvSpPr txBox="1">
            <a:spLocks noGrp="1"/>
          </p:cNvSpPr>
          <p:nvPr>
            <p:ph type="title"/>
          </p:nvPr>
        </p:nvSpPr>
        <p:spPr>
          <a:xfrm>
            <a:off x="914400" y="914400"/>
            <a:ext cx="10360152" cy="9144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3200"/>
              <a:buFont typeface="Overlock"/>
              <a:buNone/>
            </a:pPr>
            <a:r>
              <a:rPr lang="en-IN">
                <a:latin typeface="Overlock"/>
                <a:ea typeface="Overlock"/>
                <a:cs typeface="Overlock"/>
                <a:sym typeface="Overlock"/>
              </a:rPr>
              <a:t>					</a:t>
            </a:r>
            <a:r>
              <a:rPr lang="en-IN" sz="5400">
                <a:latin typeface="Overlock"/>
                <a:ea typeface="Overlock"/>
                <a:cs typeface="Overlock"/>
                <a:sym typeface="Overlock"/>
              </a:rPr>
              <a:t>USERS</a:t>
            </a:r>
            <a:endParaRPr>
              <a:latin typeface="Overlock"/>
              <a:ea typeface="Overlock"/>
              <a:cs typeface="Overlock"/>
              <a:sym typeface="Overlock"/>
            </a:endParaRPr>
          </a:p>
        </p:txBody>
      </p:sp>
      <p:sp>
        <p:nvSpPr>
          <p:cNvPr id="153" name="Google Shape;153;p6"/>
          <p:cNvSpPr txBox="1">
            <a:spLocks noGrp="1"/>
          </p:cNvSpPr>
          <p:nvPr>
            <p:ph type="body" idx="1"/>
          </p:nvPr>
        </p:nvSpPr>
        <p:spPr>
          <a:xfrm>
            <a:off x="2566736" y="2230735"/>
            <a:ext cx="6729984" cy="1762426"/>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Font typeface="Arial"/>
              <a:buChar char="•"/>
            </a:pPr>
            <a:r>
              <a:rPr lang="en-IN" sz="3200">
                <a:latin typeface="Arial"/>
                <a:ea typeface="Arial"/>
                <a:cs typeface="Arial"/>
                <a:sym typeface="Arial"/>
              </a:rPr>
              <a:t>ADMIN</a:t>
            </a:r>
            <a:endParaRPr/>
          </a:p>
          <a:p>
            <a:pPr marL="228600" lvl="0" indent="-228600" algn="l" rtl="0">
              <a:lnSpc>
                <a:spcPct val="90000"/>
              </a:lnSpc>
              <a:spcBef>
                <a:spcPts val="1000"/>
              </a:spcBef>
              <a:spcAft>
                <a:spcPts val="0"/>
              </a:spcAft>
              <a:buClr>
                <a:schemeClr val="dk1"/>
              </a:buClr>
              <a:buSzPts val="3200"/>
              <a:buFont typeface="Arial"/>
              <a:buChar char="•"/>
            </a:pPr>
            <a:r>
              <a:rPr lang="en-IN" sz="3200">
                <a:latin typeface="Arial"/>
                <a:ea typeface="Arial"/>
                <a:cs typeface="Arial"/>
                <a:sym typeface="Arial"/>
              </a:rPr>
              <a:t>AUTHOR</a:t>
            </a:r>
            <a:endParaRPr sz="3200">
              <a:latin typeface="Arial"/>
              <a:ea typeface="Arial"/>
              <a:cs typeface="Arial"/>
              <a:sym typeface="Arial"/>
            </a:endParaRPr>
          </a:p>
          <a:p>
            <a:pPr marL="228600" lvl="0" indent="-228600" algn="l" rtl="0">
              <a:lnSpc>
                <a:spcPct val="90000"/>
              </a:lnSpc>
              <a:spcBef>
                <a:spcPts val="1000"/>
              </a:spcBef>
              <a:spcAft>
                <a:spcPts val="0"/>
              </a:spcAft>
              <a:buClr>
                <a:schemeClr val="dk1"/>
              </a:buClr>
              <a:buSzPts val="3200"/>
              <a:buFont typeface="Arial"/>
              <a:buChar char="•"/>
            </a:pPr>
            <a:r>
              <a:rPr lang="en-IN" sz="3200">
                <a:latin typeface="Arial"/>
                <a:ea typeface="Arial"/>
                <a:cs typeface="Arial"/>
                <a:sym typeface="Arial"/>
              </a:rPr>
              <a:t>READER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8"/>
        <p:cNvGrpSpPr/>
        <p:nvPr/>
      </p:nvGrpSpPr>
      <p:grpSpPr>
        <a:xfrm>
          <a:off x="0" y="0"/>
          <a:ext cx="0" cy="0"/>
          <a:chOff x="0" y="0"/>
          <a:chExt cx="0" cy="0"/>
        </a:xfrm>
      </p:grpSpPr>
      <p:sp>
        <p:nvSpPr>
          <p:cNvPr id="159" name="Google Shape;159;p7"/>
          <p:cNvSpPr txBox="1">
            <a:spLocks noGrp="1"/>
          </p:cNvSpPr>
          <p:nvPr>
            <p:ph type="title"/>
          </p:nvPr>
        </p:nvSpPr>
        <p:spPr>
          <a:xfrm>
            <a:off x="635188" y="136357"/>
            <a:ext cx="10360152" cy="1319784"/>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5400"/>
              <a:buFont typeface="Overlock"/>
              <a:buNone/>
            </a:pPr>
            <a:r>
              <a:rPr lang="en-IN" sz="5400">
                <a:latin typeface="Overlock"/>
                <a:ea typeface="Overlock"/>
                <a:cs typeface="Overlock"/>
                <a:sym typeface="Overlock"/>
              </a:rPr>
              <a:t>ADMIN</a:t>
            </a:r>
            <a:endParaRPr/>
          </a:p>
        </p:txBody>
      </p:sp>
      <p:sp>
        <p:nvSpPr>
          <p:cNvPr id="160" name="Google Shape;160;p7"/>
          <p:cNvSpPr txBox="1"/>
          <p:nvPr/>
        </p:nvSpPr>
        <p:spPr>
          <a:xfrm>
            <a:off x="2562727" y="2114277"/>
            <a:ext cx="6505073" cy="397031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Login</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Manage Users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Manage Books </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Approve Books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View Reports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Manage Complaints</a:t>
            </a:r>
            <a:endParaRPr/>
          </a:p>
          <a:p>
            <a:pPr marL="285750" marR="0" lvl="0" indent="-57150" algn="l" rtl="0">
              <a:spcBef>
                <a:spcPts val="0"/>
              </a:spcBef>
              <a:spcAft>
                <a:spcPts val="0"/>
              </a:spcAft>
              <a:buClr>
                <a:schemeClr val="dk1"/>
              </a:buClr>
              <a:buSzPts val="3600"/>
              <a:buFont typeface="Arial"/>
              <a:buNone/>
            </a:pPr>
            <a:endParaRPr sz="36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xfrm>
            <a:off x="635188" y="136357"/>
            <a:ext cx="10360152" cy="131978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5400"/>
              <a:buFont typeface="Overlock"/>
              <a:buNone/>
            </a:pPr>
            <a:r>
              <a:rPr lang="en-IN" sz="5400">
                <a:latin typeface="Overlock"/>
                <a:ea typeface="Overlock"/>
                <a:cs typeface="Overlock"/>
                <a:sym typeface="Overlock"/>
              </a:rPr>
              <a:t>				AUTHOR</a:t>
            </a:r>
            <a:endParaRPr/>
          </a:p>
        </p:txBody>
      </p:sp>
      <p:sp>
        <p:nvSpPr>
          <p:cNvPr id="167" name="Google Shape;167;p8"/>
          <p:cNvSpPr txBox="1"/>
          <p:nvPr/>
        </p:nvSpPr>
        <p:spPr>
          <a:xfrm>
            <a:off x="2496437" y="1720840"/>
            <a:ext cx="5107886" cy="341632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Registration &amp; Login</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Manage Books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Manage Profile</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View Status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Payments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View Feedback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2"/>
        <p:cNvGrpSpPr/>
        <p:nvPr/>
      </p:nvGrpSpPr>
      <p:grpSpPr>
        <a:xfrm>
          <a:off x="0" y="0"/>
          <a:ext cx="0" cy="0"/>
          <a:chOff x="0" y="0"/>
          <a:chExt cx="0" cy="0"/>
        </a:xfrm>
      </p:grpSpPr>
      <p:sp>
        <p:nvSpPr>
          <p:cNvPr id="173" name="Google Shape;173;p9"/>
          <p:cNvSpPr txBox="1">
            <a:spLocks noGrp="1"/>
          </p:cNvSpPr>
          <p:nvPr>
            <p:ph type="title"/>
          </p:nvPr>
        </p:nvSpPr>
        <p:spPr>
          <a:xfrm>
            <a:off x="635188" y="136357"/>
            <a:ext cx="10360152" cy="131978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5400"/>
              <a:buFont typeface="Overlock"/>
              <a:buNone/>
            </a:pPr>
            <a:r>
              <a:rPr lang="en-IN" sz="5400">
                <a:latin typeface="Overlock"/>
                <a:ea typeface="Overlock"/>
                <a:cs typeface="Overlock"/>
                <a:sym typeface="Overlock"/>
              </a:rPr>
              <a:t>				READER</a:t>
            </a:r>
            <a:endParaRPr/>
          </a:p>
        </p:txBody>
      </p:sp>
      <p:sp>
        <p:nvSpPr>
          <p:cNvPr id="174" name="Google Shape;174;p9"/>
          <p:cNvSpPr txBox="1"/>
          <p:nvPr/>
        </p:nvSpPr>
        <p:spPr>
          <a:xfrm>
            <a:off x="2370105" y="1720840"/>
            <a:ext cx="5107886" cy="397031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Registration &amp; Login</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Browse Books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Read/Purchase</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Add to Wishlist</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Payments</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Manage Profile</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Feedback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title"/>
          </p:nvPr>
        </p:nvSpPr>
        <p:spPr>
          <a:xfrm>
            <a:off x="659251" y="0"/>
            <a:ext cx="10360152" cy="1319784"/>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1"/>
              </a:buClr>
              <a:buSzPts val="5400"/>
              <a:buFont typeface="Overlock"/>
              <a:buNone/>
            </a:pPr>
            <a:r>
              <a:rPr lang="en-IN" sz="5400">
                <a:latin typeface="Overlock"/>
                <a:ea typeface="Overlock"/>
                <a:cs typeface="Overlock"/>
                <a:sym typeface="Overlock"/>
              </a:rPr>
              <a:t>UML DIAGRAMS</a:t>
            </a:r>
            <a:endParaRPr/>
          </a:p>
        </p:txBody>
      </p:sp>
      <p:sp>
        <p:nvSpPr>
          <p:cNvPr id="181" name="Google Shape;181;p10"/>
          <p:cNvSpPr txBox="1"/>
          <p:nvPr/>
        </p:nvSpPr>
        <p:spPr>
          <a:xfrm>
            <a:off x="733926" y="1917032"/>
            <a:ext cx="6505073" cy="230832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Use Case Diagram</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Activity Diagram</a:t>
            </a:r>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Sequence Diagram</a:t>
            </a:r>
            <a:endParaRPr sz="3600">
              <a:solidFill>
                <a:schemeClr val="dk1"/>
              </a:solidFill>
              <a:latin typeface="Arial"/>
              <a:ea typeface="Arial"/>
              <a:cs typeface="Arial"/>
              <a:sym typeface="Arial"/>
            </a:endParaRPr>
          </a:p>
          <a:p>
            <a:pPr marL="285750" marR="0" lvl="0" indent="-285750" algn="l" rtl="0">
              <a:spcBef>
                <a:spcPts val="0"/>
              </a:spcBef>
              <a:spcAft>
                <a:spcPts val="0"/>
              </a:spcAft>
              <a:buClr>
                <a:schemeClr val="dk1"/>
              </a:buClr>
              <a:buSzPts val="3600"/>
              <a:buFont typeface="Arial"/>
              <a:buChar char="•"/>
            </a:pPr>
            <a:r>
              <a:rPr lang="en-IN" sz="3600">
                <a:solidFill>
                  <a:schemeClr val="dk1"/>
                </a:solidFill>
                <a:latin typeface="Arial"/>
                <a:ea typeface="Arial"/>
                <a:cs typeface="Arial"/>
                <a:sym typeface="Arial"/>
              </a:rPr>
              <a:t>Class Diagram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1"/>
          <p:cNvSpPr txBox="1"/>
          <p:nvPr/>
        </p:nvSpPr>
        <p:spPr>
          <a:xfrm>
            <a:off x="240631" y="208547"/>
            <a:ext cx="3769895"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u="sng">
                <a:solidFill>
                  <a:schemeClr val="dk1"/>
                </a:solidFill>
                <a:latin typeface="Overlock"/>
                <a:ea typeface="Overlock"/>
                <a:cs typeface="Overlock"/>
                <a:sym typeface="Overlock"/>
              </a:rPr>
              <a:t>Use case Diagram</a:t>
            </a:r>
            <a:endParaRPr sz="3200" u="sng">
              <a:solidFill>
                <a:schemeClr val="dk1"/>
              </a:solidFill>
              <a:latin typeface="Overlock"/>
              <a:ea typeface="Overlock"/>
              <a:cs typeface="Overlock"/>
              <a:sym typeface="Overlock"/>
            </a:endParaRPr>
          </a:p>
        </p:txBody>
      </p:sp>
      <p:pic>
        <p:nvPicPr>
          <p:cNvPr id="187" name="Google Shape;187;p11"/>
          <p:cNvPicPr preferRelativeResize="0"/>
          <p:nvPr/>
        </p:nvPicPr>
        <p:blipFill rotWithShape="1">
          <a:blip r:embed="rId3">
            <a:alphaModFix/>
          </a:blip>
          <a:srcRect/>
          <a:stretch/>
        </p:blipFill>
        <p:spPr>
          <a:xfrm>
            <a:off x="4010526" y="0"/>
            <a:ext cx="5617867"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2"/>
          <p:cNvSpPr txBox="1"/>
          <p:nvPr/>
        </p:nvSpPr>
        <p:spPr>
          <a:xfrm>
            <a:off x="3315368" y="2967335"/>
            <a:ext cx="5561263"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5400" b="1">
                <a:solidFill>
                  <a:schemeClr val="dk1"/>
                </a:solidFill>
                <a:latin typeface="Overlock"/>
                <a:ea typeface="Overlock"/>
                <a:cs typeface="Overlock"/>
                <a:sym typeface="Overlock"/>
              </a:rPr>
              <a:t>Activity Diagram</a:t>
            </a:r>
            <a:endParaRPr sz="5400" b="1">
              <a:solidFill>
                <a:schemeClr val="dk1"/>
              </a:solidFill>
              <a:latin typeface="Overlock"/>
              <a:ea typeface="Overlock"/>
              <a:cs typeface="Overlock"/>
              <a:sym typeface="Overloc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p:nvPr/>
        </p:nvSpPr>
        <p:spPr>
          <a:xfrm>
            <a:off x="240631" y="726359"/>
            <a:ext cx="12352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Overlock"/>
                <a:ea typeface="Overlock"/>
                <a:cs typeface="Overlock"/>
                <a:sym typeface="Overlock"/>
              </a:rPr>
              <a:t>Admin</a:t>
            </a:r>
            <a:endParaRPr sz="2400">
              <a:solidFill>
                <a:schemeClr val="dk1"/>
              </a:solidFill>
              <a:latin typeface="Overlock"/>
              <a:ea typeface="Overlock"/>
              <a:cs typeface="Overlock"/>
              <a:sym typeface="Overlock"/>
            </a:endParaRPr>
          </a:p>
        </p:txBody>
      </p:sp>
      <p:pic>
        <p:nvPicPr>
          <p:cNvPr id="199" name="Google Shape;199;p13"/>
          <p:cNvPicPr preferRelativeResize="0"/>
          <p:nvPr/>
        </p:nvPicPr>
        <p:blipFill rotWithShape="1">
          <a:blip r:embed="rId3">
            <a:alphaModFix/>
          </a:blip>
          <a:srcRect/>
          <a:stretch/>
        </p:blipFill>
        <p:spPr>
          <a:xfrm>
            <a:off x="1475875" y="0"/>
            <a:ext cx="10716125" cy="6858000"/>
          </a:xfrm>
          <a:prstGeom prst="rect">
            <a:avLst/>
          </a:prstGeom>
          <a:noFill/>
          <a:ln>
            <a:noFill/>
          </a:ln>
        </p:spPr>
      </p:pic>
      <p:sp>
        <p:nvSpPr>
          <p:cNvPr id="200" name="Google Shape;200;p13"/>
          <p:cNvSpPr/>
          <p:nvPr/>
        </p:nvSpPr>
        <p:spPr>
          <a:xfrm>
            <a:off x="2413001" y="3539490"/>
            <a:ext cx="1056004" cy="1057275"/>
          </a:xfrm>
          <a:prstGeom prst="rect">
            <a:avLst/>
          </a:prstGeom>
          <a:solidFill>
            <a:schemeClr val="lt1"/>
          </a:solidFill>
          <a:ln w="1270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4"/>
          <p:cNvSpPr txBox="1"/>
          <p:nvPr/>
        </p:nvSpPr>
        <p:spPr>
          <a:xfrm>
            <a:off x="183414" y="1086237"/>
            <a:ext cx="171650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dirty="0">
                <a:solidFill>
                  <a:schemeClr val="dk1"/>
                </a:solidFill>
                <a:latin typeface="Overlock"/>
                <a:ea typeface="Overlock"/>
                <a:cs typeface="Overlock"/>
                <a:sym typeface="Overlock"/>
              </a:rPr>
              <a:t>Author</a:t>
            </a:r>
            <a:endParaRPr sz="2400" dirty="0">
              <a:solidFill>
                <a:schemeClr val="dk1"/>
              </a:solidFill>
              <a:latin typeface="Overlock"/>
              <a:ea typeface="Overlock"/>
              <a:cs typeface="Overlock"/>
              <a:sym typeface="Overlock"/>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46032"/>
          <a:stretch/>
        </p:blipFill>
        <p:spPr>
          <a:xfrm>
            <a:off x="2305050" y="0"/>
            <a:ext cx="988695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5"/>
          <p:cNvSpPr txBox="1"/>
          <p:nvPr/>
        </p:nvSpPr>
        <p:spPr>
          <a:xfrm>
            <a:off x="168441" y="0"/>
            <a:ext cx="159619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Overlock"/>
                <a:ea typeface="Overlock"/>
                <a:cs typeface="Overlock"/>
                <a:sym typeface="Overlock"/>
              </a:rPr>
              <a:t>Reader</a:t>
            </a:r>
            <a:endParaRPr sz="2400">
              <a:solidFill>
                <a:schemeClr val="dk1"/>
              </a:solidFill>
              <a:latin typeface="Overlock"/>
              <a:ea typeface="Overlock"/>
              <a:cs typeface="Overlock"/>
              <a:sym typeface="Overlock"/>
            </a:endParaRPr>
          </a:p>
        </p:txBody>
      </p:sp>
      <p:pic>
        <p:nvPicPr>
          <p:cNvPr id="212" name="Google Shape;212;p15"/>
          <p:cNvPicPr preferRelativeResize="0"/>
          <p:nvPr/>
        </p:nvPicPr>
        <p:blipFill rotWithShape="1">
          <a:blip r:embed="rId3">
            <a:alphaModFix/>
          </a:blip>
          <a:srcRect/>
          <a:stretch/>
        </p:blipFill>
        <p:spPr>
          <a:xfrm>
            <a:off x="76200" y="461665"/>
            <a:ext cx="12039600" cy="62659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p:nvPr/>
        </p:nvSpPr>
        <p:spPr>
          <a:xfrm>
            <a:off x="3315368" y="2967335"/>
            <a:ext cx="634679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5400" b="1">
                <a:solidFill>
                  <a:schemeClr val="dk1"/>
                </a:solidFill>
                <a:latin typeface="Overlock"/>
                <a:ea typeface="Overlock"/>
                <a:cs typeface="Overlock"/>
                <a:sym typeface="Overlock"/>
              </a:rPr>
              <a:t>Sequence Diagram</a:t>
            </a:r>
            <a:endParaRPr sz="5400" b="1">
              <a:solidFill>
                <a:schemeClr val="dk1"/>
              </a:solidFill>
              <a:latin typeface="Overlock"/>
              <a:ea typeface="Overlock"/>
              <a:cs typeface="Overlock"/>
              <a:sym typeface="Overlock"/>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7"/>
          <p:cNvSpPr txBox="1"/>
          <p:nvPr/>
        </p:nvSpPr>
        <p:spPr>
          <a:xfrm>
            <a:off x="250327" y="2214719"/>
            <a:ext cx="3023937"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Overlock"/>
                <a:ea typeface="Overlock"/>
                <a:cs typeface="Overlock"/>
                <a:sym typeface="Overlock"/>
              </a:rPr>
              <a:t>Registration &amp; Login</a:t>
            </a:r>
            <a:endParaRPr sz="2400">
              <a:solidFill>
                <a:schemeClr val="dk1"/>
              </a:solidFill>
              <a:latin typeface="Overlock"/>
              <a:ea typeface="Overlock"/>
              <a:cs typeface="Overlock"/>
              <a:sym typeface="Overlock"/>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2966" y="282700"/>
            <a:ext cx="8812797" cy="623454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8"/>
          <p:cNvSpPr txBox="1"/>
          <p:nvPr/>
        </p:nvSpPr>
        <p:spPr>
          <a:xfrm>
            <a:off x="798720" y="1053382"/>
            <a:ext cx="12352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Overlock"/>
                <a:ea typeface="Overlock"/>
                <a:cs typeface="Overlock"/>
                <a:sym typeface="Overlock"/>
              </a:rPr>
              <a:t>Admin</a:t>
            </a:r>
            <a:endParaRPr sz="2400">
              <a:solidFill>
                <a:schemeClr val="dk1"/>
              </a:solidFill>
              <a:latin typeface="Overlock"/>
              <a:ea typeface="Overlock"/>
              <a:cs typeface="Overlock"/>
              <a:sym typeface="Overlock"/>
            </a:endParaRPr>
          </a:p>
        </p:txBody>
      </p:sp>
      <p:pic>
        <p:nvPicPr>
          <p:cNvPr id="229" name="Google Shape;229;p18"/>
          <p:cNvPicPr preferRelativeResize="0"/>
          <p:nvPr/>
        </p:nvPicPr>
        <p:blipFill rotWithShape="1">
          <a:blip r:embed="rId3">
            <a:alphaModFix/>
          </a:blip>
          <a:srcRect/>
          <a:stretch/>
        </p:blipFill>
        <p:spPr>
          <a:xfrm>
            <a:off x="3060733" y="0"/>
            <a:ext cx="8419451"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9"/>
          <p:cNvSpPr txBox="1"/>
          <p:nvPr/>
        </p:nvSpPr>
        <p:spPr>
          <a:xfrm>
            <a:off x="264694" y="253117"/>
            <a:ext cx="171650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Overlock"/>
                <a:ea typeface="Overlock"/>
                <a:cs typeface="Overlock"/>
                <a:sym typeface="Overlock"/>
              </a:rPr>
              <a:t>Author</a:t>
            </a:r>
            <a:endParaRPr sz="2400">
              <a:solidFill>
                <a:schemeClr val="dk1"/>
              </a:solidFill>
              <a:latin typeface="Overlock"/>
              <a:ea typeface="Overlock"/>
              <a:cs typeface="Overlock"/>
              <a:sym typeface="Overlock"/>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7016" y="0"/>
            <a:ext cx="9384632"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0"/>
          <p:cNvSpPr txBox="1"/>
          <p:nvPr/>
        </p:nvSpPr>
        <p:spPr>
          <a:xfrm>
            <a:off x="264694" y="253117"/>
            <a:ext cx="171650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a:solidFill>
                  <a:schemeClr val="dk1"/>
                </a:solidFill>
                <a:latin typeface="Overlock"/>
                <a:ea typeface="Overlock"/>
                <a:cs typeface="Overlock"/>
                <a:sym typeface="Overlock"/>
              </a:rPr>
              <a:t>Reader</a:t>
            </a:r>
            <a:endParaRPr sz="2400">
              <a:solidFill>
                <a:schemeClr val="dk1"/>
              </a:solidFill>
              <a:latin typeface="Overlock"/>
              <a:ea typeface="Overlock"/>
              <a:cs typeface="Overlock"/>
              <a:sym typeface="Overlock"/>
            </a:endParaRPr>
          </a:p>
        </p:txBody>
      </p:sp>
      <p:pic>
        <p:nvPicPr>
          <p:cNvPr id="241" name="Google Shape;241;p20"/>
          <p:cNvPicPr preferRelativeResize="0"/>
          <p:nvPr/>
        </p:nvPicPr>
        <p:blipFill rotWithShape="1">
          <a:blip r:embed="rId3">
            <a:alphaModFix/>
          </a:blip>
          <a:srcRect/>
          <a:stretch/>
        </p:blipFill>
        <p:spPr>
          <a:xfrm>
            <a:off x="1981200" y="0"/>
            <a:ext cx="9123218"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1"/>
          <p:cNvSpPr txBox="1"/>
          <p:nvPr/>
        </p:nvSpPr>
        <p:spPr>
          <a:xfrm>
            <a:off x="205968" y="146265"/>
            <a:ext cx="2799349"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u="sng">
                <a:solidFill>
                  <a:schemeClr val="dk1"/>
                </a:solidFill>
                <a:latin typeface="Overlock"/>
                <a:ea typeface="Overlock"/>
                <a:cs typeface="Overlock"/>
                <a:sym typeface="Overlock"/>
              </a:rPr>
              <a:t>Class Diagram</a:t>
            </a:r>
            <a:endParaRPr sz="3200" u="sng">
              <a:solidFill>
                <a:schemeClr val="dk1"/>
              </a:solidFill>
              <a:latin typeface="Overlock"/>
              <a:ea typeface="Overlock"/>
              <a:cs typeface="Overlock"/>
              <a:sym typeface="Overlock"/>
            </a:endParaRPr>
          </a:p>
        </p:txBody>
      </p:sp>
      <p:pic>
        <p:nvPicPr>
          <p:cNvPr id="247" name="Google Shape;247;p21"/>
          <p:cNvPicPr preferRelativeResize="0"/>
          <p:nvPr/>
        </p:nvPicPr>
        <p:blipFill rotWithShape="1">
          <a:blip r:embed="rId3">
            <a:alphaModFix/>
          </a:blip>
          <a:srcRect/>
          <a:stretch/>
        </p:blipFill>
        <p:spPr>
          <a:xfrm>
            <a:off x="478173" y="786209"/>
            <a:ext cx="10908484" cy="59255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2"/>
          <p:cNvSpPr txBox="1"/>
          <p:nvPr/>
        </p:nvSpPr>
        <p:spPr>
          <a:xfrm>
            <a:off x="3048699" y="2721114"/>
            <a:ext cx="609460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4000">
                <a:solidFill>
                  <a:schemeClr val="dk1"/>
                </a:solidFill>
                <a:latin typeface="Overlock"/>
                <a:ea typeface="Overlock"/>
                <a:cs typeface="Overlock"/>
                <a:sym typeface="Overlock"/>
              </a:rPr>
              <a:t>TABLE CONTENTS</a:t>
            </a:r>
            <a:endParaRPr sz="1800">
              <a:solidFill>
                <a:schemeClr val="dk1"/>
              </a:solidFill>
              <a:latin typeface="Overlock"/>
              <a:ea typeface="Overlock"/>
              <a:cs typeface="Overlock"/>
              <a:sym typeface="Overloc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graphicFrame>
        <p:nvGraphicFramePr>
          <p:cNvPr id="257" name="Google Shape;257;p23"/>
          <p:cNvGraphicFramePr/>
          <p:nvPr/>
        </p:nvGraphicFramePr>
        <p:xfrm>
          <a:off x="580208" y="1369128"/>
          <a:ext cx="10795275" cy="4511575"/>
        </p:xfrm>
        <a:graphic>
          <a:graphicData uri="http://schemas.openxmlformats.org/drawingml/2006/table">
            <a:tbl>
              <a:tblPr>
                <a:noFill/>
                <a:tableStyleId>{88A424E0-6252-48D8-B892-462516995710}</a:tableStyleId>
              </a:tblPr>
              <a:tblGrid>
                <a:gridCol w="2423050">
                  <a:extLst>
                    <a:ext uri="{9D8B030D-6E8A-4147-A177-3AD203B41FA5}">
                      <a16:colId xmlns:a16="http://schemas.microsoft.com/office/drawing/2014/main" val="20000"/>
                    </a:ext>
                  </a:extLst>
                </a:gridCol>
                <a:gridCol w="2114025">
                  <a:extLst>
                    <a:ext uri="{9D8B030D-6E8A-4147-A177-3AD203B41FA5}">
                      <a16:colId xmlns:a16="http://schemas.microsoft.com/office/drawing/2014/main" val="20001"/>
                    </a:ext>
                  </a:extLst>
                </a:gridCol>
                <a:gridCol w="3246550">
                  <a:extLst>
                    <a:ext uri="{9D8B030D-6E8A-4147-A177-3AD203B41FA5}">
                      <a16:colId xmlns:a16="http://schemas.microsoft.com/office/drawing/2014/main" val="20002"/>
                    </a:ext>
                  </a:extLst>
                </a:gridCol>
                <a:gridCol w="3011650">
                  <a:extLst>
                    <a:ext uri="{9D8B030D-6E8A-4147-A177-3AD203B41FA5}">
                      <a16:colId xmlns:a16="http://schemas.microsoft.com/office/drawing/2014/main" val="20003"/>
                    </a:ext>
                  </a:extLst>
                </a:gridCol>
              </a:tblGrid>
              <a:tr h="474425">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dirty="0">
                          <a:latin typeface="Times New Roman"/>
                          <a:ea typeface="Times New Roman"/>
                          <a:cs typeface="Times New Roman"/>
                          <a:sym typeface="Times New Roman"/>
                        </a:rPr>
                        <a:t>Field Name</a:t>
                      </a:r>
                      <a:endParaRPr dirty="0"/>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Datatype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Constraints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Description</a:t>
                      </a:r>
                      <a:endParaRPr/>
                    </a:p>
                  </a:txBody>
                  <a:tcPr marL="91450" marR="91450" marT="45725" marB="45725" anchor="ctr"/>
                </a:tc>
                <a:extLst>
                  <a:ext uri="{0D108BD9-81ED-4DB2-BD59-A6C34878D82A}">
                    <a16:rowId xmlns:a16="http://schemas.microsoft.com/office/drawing/2014/main" val="10000"/>
                  </a:ext>
                </a:extLst>
              </a:tr>
              <a:tr h="830250">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authid</a:t>
                      </a:r>
                      <a:endParaRPr sz="1800" b="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int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Primary Key, Auto Increment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Unique identifier for each author.</a:t>
                      </a:r>
                      <a:endParaRPr/>
                    </a:p>
                  </a:txBody>
                  <a:tcPr marL="91450" marR="91450" marT="45725" marB="45725" anchor="ctr"/>
                </a:tc>
                <a:extLst>
                  <a:ext uri="{0D108BD9-81ED-4DB2-BD59-A6C34878D82A}">
                    <a16:rowId xmlns:a16="http://schemas.microsoft.com/office/drawing/2014/main" val="10001"/>
                  </a:ext>
                </a:extLst>
              </a:tr>
              <a:tr h="830250">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username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varchar(20)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dirty="0">
                          <a:latin typeface="Times New Roman"/>
                          <a:ea typeface="Times New Roman"/>
                          <a:cs typeface="Times New Roman"/>
                          <a:sym typeface="Times New Roman"/>
                        </a:rPr>
                        <a:t>The author's profile/login name.</a:t>
                      </a:r>
                      <a:endParaRPr dirty="0"/>
                    </a:p>
                  </a:txBody>
                  <a:tcPr marL="91450" marR="91450" marT="45725" marB="45725" anchor="ctr"/>
                </a:tc>
                <a:extLst>
                  <a:ext uri="{0D108BD9-81ED-4DB2-BD59-A6C34878D82A}">
                    <a16:rowId xmlns:a16="http://schemas.microsoft.com/office/drawing/2014/main" val="10002"/>
                  </a:ext>
                </a:extLst>
              </a:tr>
              <a:tr h="474425">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password</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varchar(25)</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The account password.</a:t>
                      </a:r>
                      <a:endParaRPr/>
                    </a:p>
                  </a:txBody>
                  <a:tcPr marL="91450" marR="91450" marT="45725" marB="45725" anchor="ctr"/>
                </a:tc>
                <a:extLst>
                  <a:ext uri="{0D108BD9-81ED-4DB2-BD59-A6C34878D82A}">
                    <a16:rowId xmlns:a16="http://schemas.microsoft.com/office/drawing/2014/main" val="10003"/>
                  </a:ext>
                </a:extLst>
              </a:tr>
              <a:tr h="597550">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email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varchar(30)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The author's email address.</a:t>
                      </a:r>
                      <a:endParaRPr/>
                    </a:p>
                  </a:txBody>
                  <a:tcPr marL="91450" marR="91450" marT="45725" marB="45725" anchor="ctr"/>
                </a:tc>
                <a:extLst>
                  <a:ext uri="{0D108BD9-81ED-4DB2-BD59-A6C34878D82A}">
                    <a16:rowId xmlns:a16="http://schemas.microsoft.com/office/drawing/2014/main" val="10004"/>
                  </a:ext>
                </a:extLst>
              </a:tr>
              <a:tr h="474425">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phone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char(10)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10-digit contact number.</a:t>
                      </a:r>
                      <a:endParaRPr/>
                    </a:p>
                  </a:txBody>
                  <a:tcPr marL="91450" marR="91450" marT="45725" marB="45725" anchor="ctr"/>
                </a:tc>
                <a:extLst>
                  <a:ext uri="{0D108BD9-81ED-4DB2-BD59-A6C34878D82A}">
                    <a16:rowId xmlns:a16="http://schemas.microsoft.com/office/drawing/2014/main" val="10005"/>
                  </a:ext>
                </a:extLst>
              </a:tr>
              <a:tr h="830250">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status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a:latin typeface="Times New Roman"/>
                          <a:ea typeface="Times New Roman"/>
                          <a:cs typeface="Times New Roman"/>
                          <a:sym typeface="Times New Roman"/>
                        </a:rPr>
                        <a:t>int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dirty="0">
                          <a:latin typeface="Times New Roman"/>
                          <a:ea typeface="Times New Roman"/>
                          <a:cs typeface="Times New Roman"/>
                          <a:sym typeface="Times New Roman"/>
                        </a:rPr>
                        <a:t>Not Null, Default '1'</a:t>
                      </a:r>
                      <a:endParaRPr dirty="0"/>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b="0" u="none" strike="noStrike" cap="none" dirty="0">
                          <a:latin typeface="Times New Roman"/>
                          <a:ea typeface="Times New Roman"/>
                          <a:cs typeface="Times New Roman"/>
                          <a:sym typeface="Times New Roman"/>
                        </a:rPr>
                        <a:t>Verification status (e.g., pending, approved).</a:t>
                      </a:r>
                      <a:endParaRPr dirty="0"/>
                    </a:p>
                  </a:txBody>
                  <a:tcPr marL="91450" marR="91450" marT="45725" marB="45725" anchor="ctr"/>
                </a:tc>
                <a:extLst>
                  <a:ext uri="{0D108BD9-81ED-4DB2-BD59-A6C34878D82A}">
                    <a16:rowId xmlns:a16="http://schemas.microsoft.com/office/drawing/2014/main" val="10006"/>
                  </a:ext>
                </a:extLst>
              </a:tr>
            </a:tbl>
          </a:graphicData>
        </a:graphic>
      </p:graphicFrame>
      <p:sp>
        <p:nvSpPr>
          <p:cNvPr id="258" name="Google Shape;258;p23"/>
          <p:cNvSpPr/>
          <p:nvPr/>
        </p:nvSpPr>
        <p:spPr>
          <a:xfrm>
            <a:off x="580208" y="198889"/>
            <a:ext cx="6243925" cy="98484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i="0" u="none" strike="noStrike" cap="none" dirty="0" err="1">
                <a:solidFill>
                  <a:schemeClr val="dk1"/>
                </a:solidFill>
                <a:latin typeface="Overlock"/>
                <a:ea typeface="Overlock"/>
                <a:cs typeface="Overlock"/>
                <a:sym typeface="Overlock"/>
              </a:rPr>
              <a:t>Authorregistration</a:t>
            </a:r>
            <a:endParaRPr sz="2000" b="1" i="0" u="none" strike="noStrike" cap="none" dirty="0">
              <a:solidFill>
                <a:schemeClr val="dk1"/>
              </a:solidFill>
              <a:latin typeface="Overlock"/>
              <a:ea typeface="Overlock"/>
              <a:cs typeface="Overlock"/>
              <a:sym typeface="Overlock"/>
            </a:endParaRPr>
          </a:p>
          <a:p>
            <a:pPr marL="0" marR="0" lvl="0" indent="0" algn="l" rtl="0">
              <a:lnSpc>
                <a:spcPct val="100000"/>
              </a:lnSpc>
              <a:spcBef>
                <a:spcPts val="0"/>
              </a:spcBef>
              <a:spcAft>
                <a:spcPts val="0"/>
              </a:spcAft>
              <a:buClr>
                <a:schemeClr val="dk1"/>
              </a:buClr>
              <a:buSzPts val="1600"/>
              <a:buFont typeface="Times New Roman"/>
              <a:buNone/>
            </a:pPr>
            <a:r>
              <a:rPr lang="en-IN" sz="1600" i="0" u="none" strike="noStrike" cap="none" dirty="0">
                <a:solidFill>
                  <a:schemeClr val="dk1"/>
                </a:solidFill>
                <a:latin typeface="Times New Roman"/>
                <a:ea typeface="Times New Roman"/>
                <a:cs typeface="Times New Roman"/>
                <a:sym typeface="Times New Roman"/>
              </a:rPr>
              <a:t>Manages author accounts, including their publication permissions status</a:t>
            </a:r>
            <a:r>
              <a:rPr lang="en-IN" sz="800" i="0" u="none" strike="noStrike" cap="none" dirty="0">
                <a:solidFill>
                  <a:schemeClr val="dk1"/>
                </a:solidFill>
                <a:latin typeface="Times New Roman"/>
                <a:ea typeface="Times New Roman"/>
                <a:cs typeface="Times New Roman"/>
                <a:sym typeface="Times New Roman"/>
              </a:rPr>
              <a:t>.</a:t>
            </a:r>
            <a:endParaRPr sz="180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Gill Sans"/>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graphicFrame>
        <p:nvGraphicFramePr>
          <p:cNvPr id="263" name="Google Shape;263;p24"/>
          <p:cNvGraphicFramePr/>
          <p:nvPr/>
        </p:nvGraphicFramePr>
        <p:xfrm>
          <a:off x="680358" y="1584663"/>
          <a:ext cx="11119775" cy="4459100"/>
        </p:xfrm>
        <a:graphic>
          <a:graphicData uri="http://schemas.openxmlformats.org/drawingml/2006/table">
            <a:tbl>
              <a:tblPr>
                <a:noFill/>
                <a:tableStyleId>{88A424E0-6252-48D8-B892-462516995710}</a:tableStyleId>
              </a:tblPr>
              <a:tblGrid>
                <a:gridCol w="2779950">
                  <a:extLst>
                    <a:ext uri="{9D8B030D-6E8A-4147-A177-3AD203B41FA5}">
                      <a16:colId xmlns:a16="http://schemas.microsoft.com/office/drawing/2014/main" val="20000"/>
                    </a:ext>
                  </a:extLst>
                </a:gridCol>
                <a:gridCol w="2028925">
                  <a:extLst>
                    <a:ext uri="{9D8B030D-6E8A-4147-A177-3AD203B41FA5}">
                      <a16:colId xmlns:a16="http://schemas.microsoft.com/office/drawing/2014/main" val="20001"/>
                    </a:ext>
                  </a:extLst>
                </a:gridCol>
                <a:gridCol w="3093425">
                  <a:extLst>
                    <a:ext uri="{9D8B030D-6E8A-4147-A177-3AD203B41FA5}">
                      <a16:colId xmlns:a16="http://schemas.microsoft.com/office/drawing/2014/main" val="20002"/>
                    </a:ext>
                  </a:extLst>
                </a:gridCol>
                <a:gridCol w="3217475">
                  <a:extLst>
                    <a:ext uri="{9D8B030D-6E8A-4147-A177-3AD203B41FA5}">
                      <a16:colId xmlns:a16="http://schemas.microsoft.com/office/drawing/2014/main" val="20003"/>
                    </a:ext>
                  </a:extLst>
                </a:gridCol>
              </a:tblGrid>
              <a:tr h="5246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Field Name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Datatype </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Constraints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Description</a:t>
                      </a:r>
                      <a:endParaRPr/>
                    </a:p>
                  </a:txBody>
                  <a:tcPr marL="91450" marR="91450" marT="45725" marB="45725" anchor="ctr"/>
                </a:tc>
                <a:extLst>
                  <a:ext uri="{0D108BD9-81ED-4DB2-BD59-A6C34878D82A}">
                    <a16:rowId xmlns:a16="http://schemas.microsoft.com/office/drawing/2014/main" val="10000"/>
                  </a:ext>
                </a:extLst>
              </a:tr>
              <a:tr h="9180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userId</a:t>
                      </a:r>
                      <a:endParaRPr sz="18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identifier for each reader.</a:t>
                      </a:r>
                      <a:endParaRPr/>
                    </a:p>
                  </a:txBody>
                  <a:tcPr marL="91450" marR="91450" marT="45725" marB="45725" anchor="ctr"/>
                </a:tc>
                <a:extLst>
                  <a:ext uri="{0D108BD9-81ED-4DB2-BD59-A6C34878D82A}">
                    <a16:rowId xmlns:a16="http://schemas.microsoft.com/office/drawing/2014/main" val="10001"/>
                  </a:ext>
                </a:extLst>
              </a:tr>
              <a:tr h="9180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username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varchar(30)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The reader's profile/login name.</a:t>
                      </a:r>
                      <a:endParaRPr/>
                    </a:p>
                  </a:txBody>
                  <a:tcPr marL="91450" marR="91450" marT="45725" marB="45725" anchor="ctr"/>
                </a:tc>
                <a:extLst>
                  <a:ext uri="{0D108BD9-81ED-4DB2-BD59-A6C34878D82A}">
                    <a16:rowId xmlns:a16="http://schemas.microsoft.com/office/drawing/2014/main" val="10002"/>
                  </a:ext>
                </a:extLst>
              </a:tr>
              <a:tr h="5246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password</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varchar(25)</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The account password.</a:t>
                      </a:r>
                      <a:endParaRPr/>
                    </a:p>
                  </a:txBody>
                  <a:tcPr marL="91450" marR="91450" marT="45725" marB="45725" anchor="ctr"/>
                </a:tc>
                <a:extLst>
                  <a:ext uri="{0D108BD9-81ED-4DB2-BD59-A6C34878D82A}">
                    <a16:rowId xmlns:a16="http://schemas.microsoft.com/office/drawing/2014/main" val="10003"/>
                  </a:ext>
                </a:extLst>
              </a:tr>
              <a:tr h="5246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email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varchar(30)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The reader's email address.</a:t>
                      </a:r>
                      <a:endParaRPr/>
                    </a:p>
                  </a:txBody>
                  <a:tcPr marL="91450" marR="91450" marT="45725" marB="45725" anchor="ctr"/>
                </a:tc>
                <a:extLst>
                  <a:ext uri="{0D108BD9-81ED-4DB2-BD59-A6C34878D82A}">
                    <a16:rowId xmlns:a16="http://schemas.microsoft.com/office/drawing/2014/main" val="10004"/>
                  </a:ext>
                </a:extLst>
              </a:tr>
              <a:tr h="5246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phone</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char(10)</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10-digit contact number.</a:t>
                      </a:r>
                      <a:endParaRPr/>
                    </a:p>
                  </a:txBody>
                  <a:tcPr marL="91450" marR="91450" marT="45725" marB="45725" anchor="ctr"/>
                </a:tc>
                <a:extLst>
                  <a:ext uri="{0D108BD9-81ED-4DB2-BD59-A6C34878D82A}">
                    <a16:rowId xmlns:a16="http://schemas.microsoft.com/office/drawing/2014/main" val="10005"/>
                  </a:ext>
                </a:extLst>
              </a:tr>
              <a:tr h="5246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Account status.</a:t>
                      </a:r>
                      <a:endParaRPr dirty="0"/>
                    </a:p>
                  </a:txBody>
                  <a:tcPr marL="91450" marR="91450" marT="45725" marB="45725" anchor="ctr"/>
                </a:tc>
                <a:extLst>
                  <a:ext uri="{0D108BD9-81ED-4DB2-BD59-A6C34878D82A}">
                    <a16:rowId xmlns:a16="http://schemas.microsoft.com/office/drawing/2014/main" val="10006"/>
                  </a:ext>
                </a:extLst>
              </a:tr>
            </a:tbl>
          </a:graphicData>
        </a:graphic>
      </p:graphicFrame>
      <p:sp>
        <p:nvSpPr>
          <p:cNvPr id="264" name="Google Shape;264;p24"/>
          <p:cNvSpPr/>
          <p:nvPr/>
        </p:nvSpPr>
        <p:spPr>
          <a:xfrm>
            <a:off x="462644" y="338306"/>
            <a:ext cx="8628017" cy="1015663"/>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dirty="0" err="1">
                <a:solidFill>
                  <a:schemeClr val="dk1"/>
                </a:solidFill>
                <a:latin typeface="Overlock"/>
                <a:ea typeface="Overlock"/>
                <a:cs typeface="Overlock"/>
                <a:sym typeface="Overlock"/>
              </a:rPr>
              <a:t>R</a:t>
            </a:r>
            <a:r>
              <a:rPr lang="en-IN" sz="2400" b="1" i="0" u="none" strike="noStrike" cap="none" dirty="0" err="1">
                <a:solidFill>
                  <a:schemeClr val="dk1"/>
                </a:solidFill>
                <a:latin typeface="Overlock"/>
                <a:ea typeface="Overlock"/>
                <a:cs typeface="Overlock"/>
                <a:sym typeface="Overlock"/>
              </a:rPr>
              <a:t>eaderregistration</a:t>
            </a:r>
            <a:endParaRPr sz="2000" b="1" i="0" u="none" strike="noStrike" cap="none" dirty="0">
              <a:solidFill>
                <a:schemeClr val="dk1"/>
              </a:solidFill>
              <a:latin typeface="Overlock"/>
              <a:ea typeface="Overlock"/>
              <a:cs typeface="Overlock"/>
              <a:sym typeface="Overlock"/>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Stores information about the library readers/users who browse, buy, and review books.</a:t>
            </a:r>
            <a:endParaRPr dirty="0"/>
          </a:p>
          <a:p>
            <a:pPr marL="0" marR="0" lvl="0" indent="0" algn="l" rtl="0">
              <a:lnSpc>
                <a:spcPct val="100000"/>
              </a:lnSpc>
              <a:spcBef>
                <a:spcPts val="0"/>
              </a:spcBef>
              <a:spcAft>
                <a:spcPts val="0"/>
              </a:spcAft>
              <a:buClr>
                <a:schemeClr val="dk1"/>
              </a:buClr>
              <a:buSzPts val="2000"/>
              <a:buFont typeface="Gill Sans"/>
              <a:buNone/>
            </a:pPr>
            <a:endParaRPr sz="2000" b="0" i="0" u="none" strike="noStrike" cap="none" dirty="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graphicFrame>
        <p:nvGraphicFramePr>
          <p:cNvPr id="269" name="Google Shape;269;p25"/>
          <p:cNvGraphicFramePr/>
          <p:nvPr/>
        </p:nvGraphicFramePr>
        <p:xfrm>
          <a:off x="585650" y="1286396"/>
          <a:ext cx="11010900" cy="4591875"/>
        </p:xfrm>
        <a:graphic>
          <a:graphicData uri="http://schemas.openxmlformats.org/drawingml/2006/table">
            <a:tbl>
              <a:tblPr>
                <a:noFill/>
                <a:tableStyleId>{88A424E0-6252-48D8-B892-462516995710}</a:tableStyleId>
              </a:tblPr>
              <a:tblGrid>
                <a:gridCol w="1896300">
                  <a:extLst>
                    <a:ext uri="{9D8B030D-6E8A-4147-A177-3AD203B41FA5}">
                      <a16:colId xmlns:a16="http://schemas.microsoft.com/office/drawing/2014/main" val="20000"/>
                    </a:ext>
                  </a:extLst>
                </a:gridCol>
                <a:gridCol w="2360025">
                  <a:extLst>
                    <a:ext uri="{9D8B030D-6E8A-4147-A177-3AD203B41FA5}">
                      <a16:colId xmlns:a16="http://schemas.microsoft.com/office/drawing/2014/main" val="20001"/>
                    </a:ext>
                  </a:extLst>
                </a:gridCol>
                <a:gridCol w="3030575">
                  <a:extLst>
                    <a:ext uri="{9D8B030D-6E8A-4147-A177-3AD203B41FA5}">
                      <a16:colId xmlns:a16="http://schemas.microsoft.com/office/drawing/2014/main" val="20002"/>
                    </a:ext>
                  </a:extLst>
                </a:gridCol>
                <a:gridCol w="3724000">
                  <a:extLst>
                    <a:ext uri="{9D8B030D-6E8A-4147-A177-3AD203B41FA5}">
                      <a16:colId xmlns:a16="http://schemas.microsoft.com/office/drawing/2014/main" val="20003"/>
                    </a:ext>
                  </a:extLst>
                </a:gridCol>
              </a:tblGrid>
              <a:tr h="568525">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60950" marB="60950" anchor="ctr"/>
                </a:tc>
                <a:extLst>
                  <a:ext uri="{0D108BD9-81ED-4DB2-BD59-A6C34878D82A}">
                    <a16:rowId xmlns:a16="http://schemas.microsoft.com/office/drawing/2014/main" val="10000"/>
                  </a:ext>
                </a:extLst>
              </a:tr>
              <a:tr h="9621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identifier for the category.</a:t>
                      </a:r>
                      <a:endParaRPr/>
                    </a:p>
                  </a:txBody>
                  <a:tcPr marL="91450" marR="91450" marT="60950" marB="60950" anchor="ctr"/>
                </a:tc>
                <a:extLst>
                  <a:ext uri="{0D108BD9-81ED-4DB2-BD59-A6C34878D82A}">
                    <a16:rowId xmlns:a16="http://schemas.microsoft.com/office/drawing/2014/main" val="10001"/>
                  </a:ext>
                </a:extLst>
              </a:tr>
              <a:tr h="5685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cname</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varchar(30)</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Name of the book genre.</a:t>
                      </a:r>
                      <a:endParaRPr/>
                    </a:p>
                  </a:txBody>
                  <a:tcPr marL="91450" marR="91450" marT="60950" marB="60950" anchor="ctr"/>
                </a:tc>
                <a:extLst>
                  <a:ext uri="{0D108BD9-81ED-4DB2-BD59-A6C34878D82A}">
                    <a16:rowId xmlns:a16="http://schemas.microsoft.com/office/drawing/2014/main" val="10002"/>
                  </a:ext>
                </a:extLst>
              </a:tr>
              <a:tr h="9621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cdesc</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text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Brief write-up of what the genre covers.</a:t>
                      </a:r>
                      <a:endParaRPr/>
                    </a:p>
                  </a:txBody>
                  <a:tcPr marL="91450" marR="91450" marT="60950" marB="60950" anchor="ctr"/>
                </a:tc>
                <a:extLst>
                  <a:ext uri="{0D108BD9-81ED-4DB2-BD59-A6C34878D82A}">
                    <a16:rowId xmlns:a16="http://schemas.microsoft.com/office/drawing/2014/main" val="10003"/>
                  </a:ext>
                </a:extLst>
              </a:tr>
              <a:tr h="9621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cimage</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varchar(255)</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File path/URL for the category banner.</a:t>
                      </a:r>
                      <a:endParaRPr/>
                    </a:p>
                  </a:txBody>
                  <a:tcPr marL="91450" marR="91450" marT="60950" marB="60950" anchor="ctr"/>
                </a:tc>
                <a:extLst>
                  <a:ext uri="{0D108BD9-81ED-4DB2-BD59-A6C34878D82A}">
                    <a16:rowId xmlns:a16="http://schemas.microsoft.com/office/drawing/2014/main" val="10004"/>
                  </a:ext>
                </a:extLst>
              </a:tr>
              <a:tr h="5685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Availability status</a:t>
                      </a:r>
                      <a:endParaRPr dirty="0"/>
                    </a:p>
                  </a:txBody>
                  <a:tcPr marL="91450" marR="91450" marT="60950" marB="60950" anchor="ctr"/>
                </a:tc>
                <a:extLst>
                  <a:ext uri="{0D108BD9-81ED-4DB2-BD59-A6C34878D82A}">
                    <a16:rowId xmlns:a16="http://schemas.microsoft.com/office/drawing/2014/main" val="10005"/>
                  </a:ext>
                </a:extLst>
              </a:tr>
            </a:tbl>
          </a:graphicData>
        </a:graphic>
      </p:graphicFrame>
      <p:sp>
        <p:nvSpPr>
          <p:cNvPr id="270" name="Google Shape;270;p25"/>
          <p:cNvSpPr/>
          <p:nvPr/>
        </p:nvSpPr>
        <p:spPr>
          <a:xfrm>
            <a:off x="594359" y="365312"/>
            <a:ext cx="8767355" cy="646331"/>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i="0" u="none" strike="noStrike" cap="none" dirty="0">
                <a:solidFill>
                  <a:schemeClr val="dk1"/>
                </a:solidFill>
                <a:latin typeface="Overlock"/>
                <a:ea typeface="Overlock"/>
                <a:cs typeface="Overlock"/>
                <a:sym typeface="Overlock"/>
              </a:rPr>
              <a:t>Category</a:t>
            </a:r>
            <a:endParaRPr sz="2000" b="1"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800"/>
              <a:buFont typeface="Times New Roman"/>
              <a:buNone/>
            </a:pPr>
            <a:r>
              <a:rPr lang="en-IN" sz="1800" b="0" i="0" u="none" strike="noStrike" cap="none" dirty="0">
                <a:solidFill>
                  <a:schemeClr val="dk1"/>
                </a:solidFill>
                <a:latin typeface="Times New Roman"/>
                <a:ea typeface="Times New Roman"/>
                <a:cs typeface="Times New Roman"/>
                <a:sym typeface="Times New Roman"/>
              </a:rPr>
              <a:t>Defines genres or groupings for the digital books</a:t>
            </a:r>
            <a:r>
              <a:rPr lang="en-IN" sz="1800" b="0" i="0" u="none" strike="noStrike" cap="none" dirty="0">
                <a:solidFill>
                  <a:schemeClr val="dk1"/>
                </a:solidFill>
                <a:latin typeface="Google Sans"/>
                <a:ea typeface="Google Sans"/>
                <a:cs typeface="Google Sans"/>
                <a:sym typeface="Google Sans"/>
              </a:rPr>
              <a:t>.</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graphicFrame>
        <p:nvGraphicFramePr>
          <p:cNvPr id="275" name="Google Shape;275;p26"/>
          <p:cNvGraphicFramePr/>
          <p:nvPr/>
        </p:nvGraphicFramePr>
        <p:xfrm>
          <a:off x="494951" y="1023457"/>
          <a:ext cx="11434200" cy="5566300"/>
        </p:xfrm>
        <a:graphic>
          <a:graphicData uri="http://schemas.openxmlformats.org/drawingml/2006/table">
            <a:tbl>
              <a:tblPr>
                <a:noFill/>
                <a:tableStyleId>{88A424E0-6252-48D8-B892-462516995710}</a:tableStyleId>
              </a:tblPr>
              <a:tblGrid>
                <a:gridCol w="2107175">
                  <a:extLst>
                    <a:ext uri="{9D8B030D-6E8A-4147-A177-3AD203B41FA5}">
                      <a16:colId xmlns:a16="http://schemas.microsoft.com/office/drawing/2014/main" val="20000"/>
                    </a:ext>
                  </a:extLst>
                </a:gridCol>
                <a:gridCol w="2258300">
                  <a:extLst>
                    <a:ext uri="{9D8B030D-6E8A-4147-A177-3AD203B41FA5}">
                      <a16:colId xmlns:a16="http://schemas.microsoft.com/office/drawing/2014/main" val="20001"/>
                    </a:ext>
                  </a:extLst>
                </a:gridCol>
                <a:gridCol w="2866700">
                  <a:extLst>
                    <a:ext uri="{9D8B030D-6E8A-4147-A177-3AD203B41FA5}">
                      <a16:colId xmlns:a16="http://schemas.microsoft.com/office/drawing/2014/main" val="20002"/>
                    </a:ext>
                  </a:extLst>
                </a:gridCol>
                <a:gridCol w="4202025">
                  <a:extLst>
                    <a:ext uri="{9D8B030D-6E8A-4147-A177-3AD203B41FA5}">
                      <a16:colId xmlns:a16="http://schemas.microsoft.com/office/drawing/2014/main" val="20003"/>
                    </a:ext>
                  </a:extLst>
                </a:gridCol>
              </a:tblGrid>
              <a:tr h="377100">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 </a:t>
                      </a:r>
                      <a:endParaRPr sz="1800" u="none" strike="noStrike" cap="none">
                        <a:latin typeface="Times New Roman"/>
                        <a:ea typeface="Times New Roman"/>
                        <a:cs typeface="Times New Roman"/>
                        <a:sym typeface="Times New Roman"/>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59600" marR="59600" marT="39750" marB="39750" anchor="ctr"/>
                </a:tc>
                <a:extLst>
                  <a:ext uri="{0D108BD9-81ED-4DB2-BD59-A6C34878D82A}">
                    <a16:rowId xmlns:a16="http://schemas.microsoft.com/office/drawing/2014/main" val="10000"/>
                  </a:ext>
                </a:extLst>
              </a:tr>
              <a:tr h="4916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bid</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identifier for each book.</a:t>
                      </a:r>
                      <a:endParaRPr/>
                    </a:p>
                  </a:txBody>
                  <a:tcPr marL="59600" marR="59600" marT="39750" marB="39750" anchor="ctr"/>
                </a:tc>
                <a:extLst>
                  <a:ext uri="{0D108BD9-81ED-4DB2-BD59-A6C34878D82A}">
                    <a16:rowId xmlns:a16="http://schemas.microsoft.com/office/drawing/2014/main" val="10001"/>
                  </a:ext>
                </a:extLst>
              </a:tr>
              <a:tr h="3771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bname</a:t>
                      </a:r>
                      <a:endParaRPr sz="1800" u="none" strike="noStrike" cap="none">
                        <a:latin typeface="Times New Roman"/>
                        <a:ea typeface="Times New Roman"/>
                        <a:cs typeface="Times New Roman"/>
                        <a:sym typeface="Times New Roman"/>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varchar(50)</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Title of the book.</a:t>
                      </a:r>
                      <a:endParaRPr dirty="0"/>
                    </a:p>
                  </a:txBody>
                  <a:tcPr marL="59600" marR="59600" marT="39750" marB="39750" anchor="ctr"/>
                </a:tc>
                <a:extLst>
                  <a:ext uri="{0D108BD9-81ED-4DB2-BD59-A6C34878D82A}">
                    <a16:rowId xmlns:a16="http://schemas.microsoft.com/office/drawing/2014/main" val="10002"/>
                  </a:ext>
                </a:extLst>
              </a:tr>
              <a:tr h="3907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AuthorName</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varchar(20)</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Text name of the author.</a:t>
                      </a:r>
                      <a:endParaRPr/>
                    </a:p>
                  </a:txBody>
                  <a:tcPr marL="59600" marR="59600" marT="39750" marB="39750" anchor="ctr"/>
                </a:tc>
                <a:extLst>
                  <a:ext uri="{0D108BD9-81ED-4DB2-BD59-A6C34878D82A}">
                    <a16:rowId xmlns:a16="http://schemas.microsoft.com/office/drawing/2014/main" val="10003"/>
                  </a:ext>
                </a:extLst>
              </a:tr>
              <a:tr h="3907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description</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text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Brief synopsis of the story.</a:t>
                      </a:r>
                      <a:endParaRPr/>
                    </a:p>
                  </a:txBody>
                  <a:tcPr marL="59600" marR="59600" marT="39750" marB="39750" anchor="ctr"/>
                </a:tc>
                <a:extLst>
                  <a:ext uri="{0D108BD9-81ED-4DB2-BD59-A6C34878D82A}">
                    <a16:rowId xmlns:a16="http://schemas.microsoft.com/office/drawing/2014/main" val="10004"/>
                  </a:ext>
                </a:extLst>
              </a:tr>
              <a:tr h="6694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cid</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a:t>
                      </a:r>
                      <a:r>
                        <a:rPr lang="en-IN" sz="1600" b="0" u="none" strike="noStrike" cap="none">
                          <a:latin typeface="Times New Roman"/>
                          <a:ea typeface="Times New Roman"/>
                          <a:cs typeface="Times New Roman"/>
                          <a:sym typeface="Times New Roman"/>
                        </a:rPr>
                        <a:t>REFERENCES</a:t>
                      </a:r>
                      <a:r>
                        <a:rPr lang="en-IN" sz="1800" u="none" strike="noStrike" cap="none"/>
                        <a:t> </a:t>
                      </a:r>
                      <a:r>
                        <a:rPr lang="en-IN" sz="1800" u="none" strike="noStrike" cap="none">
                          <a:latin typeface="Times New Roman"/>
                          <a:ea typeface="Times New Roman"/>
                          <a:cs typeface="Times New Roman"/>
                          <a:sym typeface="Times New Roman"/>
                        </a:rPr>
                        <a:t>category(cid</a:t>
                      </a:r>
                      <a:r>
                        <a:rPr lang="en-IN" sz="1800" u="none" strike="noStrike" cap="none"/>
                        <a:t>)</a:t>
                      </a:r>
                      <a:endParaRPr sz="1800" u="none" strike="noStrike" cap="none">
                        <a:latin typeface="Times New Roman"/>
                        <a:ea typeface="Times New Roman"/>
                        <a:cs typeface="Times New Roman"/>
                        <a:sym typeface="Times New Roman"/>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Maps the book to a specific genre.</a:t>
                      </a:r>
                      <a:endParaRPr/>
                    </a:p>
                  </a:txBody>
                  <a:tcPr marL="59600" marR="59600" marT="39750" marB="39750" anchor="ctr"/>
                </a:tc>
                <a:extLst>
                  <a:ext uri="{0D108BD9-81ED-4DB2-BD59-A6C34878D82A}">
                    <a16:rowId xmlns:a16="http://schemas.microsoft.com/office/drawing/2014/main" val="10005"/>
                  </a:ext>
                </a:extLst>
              </a:tr>
              <a:tr h="4916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CoverImage</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varchar(255)</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File path for the book's cover art.</a:t>
                      </a:r>
                      <a:endParaRPr/>
                    </a:p>
                  </a:txBody>
                  <a:tcPr marL="59600" marR="59600" marT="39750" marB="39750" anchor="ctr"/>
                </a:tc>
                <a:extLst>
                  <a:ext uri="{0D108BD9-81ED-4DB2-BD59-A6C34878D82A}">
                    <a16:rowId xmlns:a16="http://schemas.microsoft.com/office/drawing/2014/main" val="10006"/>
                  </a:ext>
                </a:extLst>
              </a:tr>
              <a:tr h="5591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story</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text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File path/text for the actual book file (PDF).</a:t>
                      </a:r>
                      <a:endParaRPr/>
                    </a:p>
                  </a:txBody>
                  <a:tcPr marL="59600" marR="59600" marT="39750" marB="39750" anchor="ctr"/>
                </a:tc>
                <a:extLst>
                  <a:ext uri="{0D108BD9-81ED-4DB2-BD59-A6C34878D82A}">
                    <a16:rowId xmlns:a16="http://schemas.microsoft.com/office/drawing/2014/main" val="10007"/>
                  </a:ext>
                </a:extLst>
              </a:tr>
              <a:tr h="4916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is_paid</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varchar(10)</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Classification ('free' or 'paid').</a:t>
                      </a:r>
                      <a:endParaRPr/>
                    </a:p>
                  </a:txBody>
                  <a:tcPr marL="59600" marR="59600" marT="39750" marB="39750" anchor="ctr"/>
                </a:tc>
                <a:extLst>
                  <a:ext uri="{0D108BD9-81ED-4DB2-BD59-A6C34878D82A}">
                    <a16:rowId xmlns:a16="http://schemas.microsoft.com/office/drawing/2014/main" val="10008"/>
                  </a:ext>
                </a:extLst>
              </a:tr>
              <a:tr h="3907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price</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Cost of the book (0 if free).</a:t>
                      </a:r>
                      <a:endParaRPr/>
                    </a:p>
                  </a:txBody>
                  <a:tcPr marL="59600" marR="59600" marT="39750" marB="39750" anchor="ctr"/>
                </a:tc>
                <a:extLst>
                  <a:ext uri="{0D108BD9-81ED-4DB2-BD59-A6C34878D82A}">
                    <a16:rowId xmlns:a16="http://schemas.microsoft.com/office/drawing/2014/main" val="10009"/>
                  </a:ext>
                </a:extLst>
              </a:tr>
              <a:tr h="5591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AddedDate</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The date the book was published to the app.</a:t>
                      </a:r>
                      <a:endParaRPr/>
                    </a:p>
                  </a:txBody>
                  <a:tcPr marL="59600" marR="59600" marT="39750" marB="39750" anchor="ctr"/>
                </a:tc>
                <a:extLst>
                  <a:ext uri="{0D108BD9-81ED-4DB2-BD59-A6C34878D82A}">
                    <a16:rowId xmlns:a16="http://schemas.microsoft.com/office/drawing/2014/main" val="10010"/>
                  </a:ext>
                </a:extLst>
              </a:tr>
              <a:tr h="3771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59600" marR="59600" marT="39750" marB="397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Moderation status.</a:t>
                      </a:r>
                      <a:endParaRPr dirty="0"/>
                    </a:p>
                  </a:txBody>
                  <a:tcPr marL="59600" marR="59600" marT="39750" marB="39750" anchor="ctr"/>
                </a:tc>
                <a:extLst>
                  <a:ext uri="{0D108BD9-81ED-4DB2-BD59-A6C34878D82A}">
                    <a16:rowId xmlns:a16="http://schemas.microsoft.com/office/drawing/2014/main" val="10011"/>
                  </a:ext>
                </a:extLst>
              </a:tr>
            </a:tbl>
          </a:graphicData>
        </a:graphic>
      </p:graphicFrame>
      <p:sp>
        <p:nvSpPr>
          <p:cNvPr id="276" name="Google Shape;276;p26"/>
          <p:cNvSpPr/>
          <p:nvPr/>
        </p:nvSpPr>
        <p:spPr>
          <a:xfrm>
            <a:off x="562684" y="268243"/>
            <a:ext cx="8168640" cy="615553"/>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dirty="0">
                <a:solidFill>
                  <a:schemeClr val="dk1"/>
                </a:solidFill>
                <a:latin typeface="Overlock"/>
                <a:ea typeface="Overlock"/>
                <a:cs typeface="Overlock"/>
                <a:sym typeface="Overlock"/>
              </a:rPr>
              <a:t>B</a:t>
            </a:r>
            <a:r>
              <a:rPr lang="en-IN" sz="2400" b="1" i="0" u="none" strike="noStrike" cap="none" dirty="0">
                <a:solidFill>
                  <a:schemeClr val="dk1"/>
                </a:solidFill>
                <a:latin typeface="Overlock"/>
                <a:ea typeface="Overlock"/>
                <a:cs typeface="Overlock"/>
                <a:sym typeface="Overlock"/>
              </a:rPr>
              <a:t>ooks</a:t>
            </a:r>
            <a:endParaRPr dirty="0"/>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Holds metadata, pricing, file paths, and descriptions for all available digital volumes.</a:t>
            </a:r>
            <a:endParaRPr sz="4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1" name="Google Shape;281;p27"/>
          <p:cNvGraphicFramePr/>
          <p:nvPr/>
        </p:nvGraphicFramePr>
        <p:xfrm>
          <a:off x="629174" y="1191239"/>
          <a:ext cx="11115400" cy="5311930"/>
        </p:xfrm>
        <a:graphic>
          <a:graphicData uri="http://schemas.openxmlformats.org/drawingml/2006/table">
            <a:tbl>
              <a:tblPr>
                <a:noFill/>
                <a:tableStyleId>{88A424E0-6252-48D8-B892-462516995710}</a:tableStyleId>
              </a:tblPr>
              <a:tblGrid>
                <a:gridCol w="2197925">
                  <a:extLst>
                    <a:ext uri="{9D8B030D-6E8A-4147-A177-3AD203B41FA5}">
                      <a16:colId xmlns:a16="http://schemas.microsoft.com/office/drawing/2014/main" val="20000"/>
                    </a:ext>
                  </a:extLst>
                </a:gridCol>
                <a:gridCol w="1979800">
                  <a:extLst>
                    <a:ext uri="{9D8B030D-6E8A-4147-A177-3AD203B41FA5}">
                      <a16:colId xmlns:a16="http://schemas.microsoft.com/office/drawing/2014/main" val="20001"/>
                    </a:ext>
                  </a:extLst>
                </a:gridCol>
                <a:gridCol w="3229750">
                  <a:extLst>
                    <a:ext uri="{9D8B030D-6E8A-4147-A177-3AD203B41FA5}">
                      <a16:colId xmlns:a16="http://schemas.microsoft.com/office/drawing/2014/main" val="20002"/>
                    </a:ext>
                  </a:extLst>
                </a:gridCol>
                <a:gridCol w="3707925">
                  <a:extLst>
                    <a:ext uri="{9D8B030D-6E8A-4147-A177-3AD203B41FA5}">
                      <a16:colId xmlns:a16="http://schemas.microsoft.com/office/drawing/2014/main" val="20003"/>
                    </a:ext>
                  </a:extLst>
                </a:gridCol>
              </a:tblGrid>
              <a:tr h="367725">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a:t>
                      </a:r>
                      <a:endParaRPr sz="1800" u="none" strike="noStrike" cap="none">
                        <a:latin typeface="Times New Roman"/>
                        <a:ea typeface="Times New Roman"/>
                        <a:cs typeface="Times New Roman"/>
                        <a:sym typeface="Times New Roman"/>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76350" marR="76350" marT="50900" marB="50900" anchor="ctr"/>
                </a:tc>
                <a:extLst>
                  <a:ext uri="{0D108BD9-81ED-4DB2-BD59-A6C34878D82A}">
                    <a16:rowId xmlns:a16="http://schemas.microsoft.com/office/drawing/2014/main" val="10000"/>
                  </a:ext>
                </a:extLst>
              </a:tr>
              <a:tr h="6368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purchaseid</a:t>
                      </a:r>
                      <a:endParaRPr sz="1800" u="none" strike="noStrike" cap="none">
                        <a:latin typeface="Times New Roman"/>
                        <a:ea typeface="Times New Roman"/>
                        <a:cs typeface="Times New Roman"/>
                        <a:sym typeface="Times New Roman"/>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transaction record ID.</a:t>
                      </a:r>
                      <a:endParaRPr/>
                    </a:p>
                  </a:txBody>
                  <a:tcPr marL="76350" marR="76350" marT="50900" marB="50900" anchor="ctr"/>
                </a:tc>
                <a:extLst>
                  <a:ext uri="{0D108BD9-81ED-4DB2-BD59-A6C34878D82A}">
                    <a16:rowId xmlns:a16="http://schemas.microsoft.com/office/drawing/2014/main" val="10001"/>
                  </a:ext>
                </a:extLst>
              </a:tr>
              <a:tr h="7183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userId</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(References readerregistration(userId))</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The individual buying the book.</a:t>
                      </a:r>
                      <a:endParaRPr/>
                    </a:p>
                  </a:txBody>
                  <a:tcPr marL="76350" marR="76350" marT="50900" marB="50900" anchor="ctr"/>
                </a:tc>
                <a:extLst>
                  <a:ext uri="{0D108BD9-81ED-4DB2-BD59-A6C34878D82A}">
                    <a16:rowId xmlns:a16="http://schemas.microsoft.com/office/drawing/2014/main" val="10002"/>
                  </a:ext>
                </a:extLst>
              </a:tr>
              <a:tr h="7885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bid</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(References books(bid))</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The book being purchased.</a:t>
                      </a:r>
                      <a:endParaRPr/>
                    </a:p>
                  </a:txBody>
                  <a:tcPr marL="76350" marR="76350" marT="50900" marB="50900" anchor="ctr"/>
                </a:tc>
                <a:extLst>
                  <a:ext uri="{0D108BD9-81ED-4DB2-BD59-A6C34878D82A}">
                    <a16:rowId xmlns:a16="http://schemas.microsoft.com/office/drawing/2014/main" val="10003"/>
                  </a:ext>
                </a:extLst>
              </a:tr>
              <a:tr h="4917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amount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Transaction total price.</a:t>
                      </a:r>
                      <a:endParaRPr/>
                    </a:p>
                  </a:txBody>
                  <a:tcPr marL="76350" marR="76350" marT="50900" marB="50900" anchor="ctr"/>
                </a:tc>
                <a:extLst>
                  <a:ext uri="{0D108BD9-81ED-4DB2-BD59-A6C34878D82A}">
                    <a16:rowId xmlns:a16="http://schemas.microsoft.com/office/drawing/2014/main" val="10004"/>
                  </a:ext>
                </a:extLst>
              </a:tr>
              <a:tr h="6368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purchase_date</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datetime</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Timestamp of the transaction.</a:t>
                      </a:r>
                      <a:endParaRPr/>
                    </a:p>
                  </a:txBody>
                  <a:tcPr marL="76350" marR="76350" marT="50900" marB="50900" anchor="ctr"/>
                </a:tc>
                <a:extLst>
                  <a:ext uri="{0D108BD9-81ED-4DB2-BD59-A6C34878D82A}">
                    <a16:rowId xmlns:a16="http://schemas.microsoft.com/office/drawing/2014/main" val="10005"/>
                  </a:ext>
                </a:extLst>
              </a:tr>
              <a:tr h="6368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payment_status</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varchar(15)</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'pending'</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State of payment ('completed', 'failed').</a:t>
                      </a:r>
                      <a:endParaRPr/>
                    </a:p>
                  </a:txBody>
                  <a:tcPr marL="76350" marR="76350" marT="50900" marB="50900" anchor="ctr"/>
                </a:tc>
                <a:extLst>
                  <a:ext uri="{0D108BD9-81ED-4DB2-BD59-A6C34878D82A}">
                    <a16:rowId xmlns:a16="http://schemas.microsoft.com/office/drawing/2014/main" val="10006"/>
                  </a:ext>
                </a:extLst>
              </a:tr>
              <a:tr h="6368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transaction_id</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varchar(100)</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Gateway transaction reference code.</a:t>
                      </a:r>
                      <a:endParaRPr/>
                    </a:p>
                  </a:txBody>
                  <a:tcPr marL="76350" marR="76350" marT="50900" marB="50900" anchor="ctr"/>
                </a:tc>
                <a:extLst>
                  <a:ext uri="{0D108BD9-81ED-4DB2-BD59-A6C34878D82A}">
                    <a16:rowId xmlns:a16="http://schemas.microsoft.com/office/drawing/2014/main" val="10007"/>
                  </a:ext>
                </a:extLst>
              </a:tr>
              <a:tr h="3677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76350" marR="76350" marT="50900" marB="5090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System tracking status.</a:t>
                      </a:r>
                      <a:endParaRPr dirty="0"/>
                    </a:p>
                  </a:txBody>
                  <a:tcPr marL="76350" marR="76350" marT="50900" marB="50900" anchor="ctr"/>
                </a:tc>
                <a:extLst>
                  <a:ext uri="{0D108BD9-81ED-4DB2-BD59-A6C34878D82A}">
                    <a16:rowId xmlns:a16="http://schemas.microsoft.com/office/drawing/2014/main" val="10008"/>
                  </a:ext>
                </a:extLst>
              </a:tr>
            </a:tbl>
          </a:graphicData>
        </a:graphic>
      </p:graphicFrame>
      <p:sp>
        <p:nvSpPr>
          <p:cNvPr id="282" name="Google Shape;282;p27"/>
          <p:cNvSpPr/>
          <p:nvPr/>
        </p:nvSpPr>
        <p:spPr>
          <a:xfrm>
            <a:off x="559269" y="404040"/>
            <a:ext cx="6378426" cy="553998"/>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000"/>
              <a:buFont typeface="Overlock"/>
              <a:buNone/>
            </a:pPr>
            <a:r>
              <a:rPr lang="en-IN" sz="2000" b="1" i="0" u="none" strike="noStrike" cap="none" dirty="0">
                <a:solidFill>
                  <a:schemeClr val="dk1"/>
                </a:solidFill>
                <a:latin typeface="Overlock"/>
                <a:ea typeface="Overlock"/>
                <a:cs typeface="Overlock"/>
                <a:sym typeface="Overlock"/>
              </a:rPr>
              <a:t>Purchases</a:t>
            </a:r>
            <a:endParaRPr sz="32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Logs instances where a user initiates a buy action for a paid e-book</a:t>
            </a:r>
            <a:r>
              <a:rPr lang="en-IN" sz="800" b="0" i="0" u="none" strike="noStrike" cap="none" dirty="0">
                <a:solidFill>
                  <a:schemeClr val="dk1"/>
                </a:solidFill>
                <a:latin typeface="Google Sans"/>
                <a:ea typeface="Google Sans"/>
                <a:cs typeface="Google Sans"/>
                <a:sym typeface="Google Sans"/>
              </a:rPr>
              <a:t>.</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graphicFrame>
        <p:nvGraphicFramePr>
          <p:cNvPr id="287" name="Google Shape;287;p28"/>
          <p:cNvGraphicFramePr/>
          <p:nvPr/>
        </p:nvGraphicFramePr>
        <p:xfrm>
          <a:off x="696286" y="1157681"/>
          <a:ext cx="11123775" cy="5052785"/>
        </p:xfrm>
        <a:graphic>
          <a:graphicData uri="http://schemas.openxmlformats.org/drawingml/2006/table">
            <a:tbl>
              <a:tblPr>
                <a:noFill/>
                <a:tableStyleId>{88A424E0-6252-48D8-B892-462516995710}</a:tableStyleId>
              </a:tblPr>
              <a:tblGrid>
                <a:gridCol w="2013350">
                  <a:extLst>
                    <a:ext uri="{9D8B030D-6E8A-4147-A177-3AD203B41FA5}">
                      <a16:colId xmlns:a16="http://schemas.microsoft.com/office/drawing/2014/main" val="20000"/>
                    </a:ext>
                  </a:extLst>
                </a:gridCol>
                <a:gridCol w="1652625">
                  <a:extLst>
                    <a:ext uri="{9D8B030D-6E8A-4147-A177-3AD203B41FA5}">
                      <a16:colId xmlns:a16="http://schemas.microsoft.com/office/drawing/2014/main" val="20001"/>
                    </a:ext>
                  </a:extLst>
                </a:gridCol>
                <a:gridCol w="3724700">
                  <a:extLst>
                    <a:ext uri="{9D8B030D-6E8A-4147-A177-3AD203B41FA5}">
                      <a16:colId xmlns:a16="http://schemas.microsoft.com/office/drawing/2014/main" val="20002"/>
                    </a:ext>
                  </a:extLst>
                </a:gridCol>
                <a:gridCol w="3733100">
                  <a:extLst>
                    <a:ext uri="{9D8B030D-6E8A-4147-A177-3AD203B41FA5}">
                      <a16:colId xmlns:a16="http://schemas.microsoft.com/office/drawing/2014/main" val="20003"/>
                    </a:ext>
                  </a:extLst>
                </a:gridCol>
              </a:tblGrid>
              <a:tr h="606375">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 </a:t>
                      </a:r>
                      <a:endParaRPr sz="1800" u="none" strike="noStrike" cap="none">
                        <a:latin typeface="Times New Roman"/>
                        <a:ea typeface="Times New Roman"/>
                        <a:cs typeface="Times New Roman"/>
                        <a:sym typeface="Times New Roman"/>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64625" marR="64625" marT="43075" marB="43075" anchor="ctr"/>
                </a:tc>
                <a:extLst>
                  <a:ext uri="{0D108BD9-81ED-4DB2-BD59-A6C34878D82A}">
                    <a16:rowId xmlns:a16="http://schemas.microsoft.com/office/drawing/2014/main" val="10000"/>
                  </a:ext>
                </a:extLst>
              </a:tr>
              <a:tr h="4657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payid</a:t>
                      </a:r>
                      <a:endParaRPr sz="1800" u="none" strike="noStrike" cap="none">
                        <a:latin typeface="Times New Roman"/>
                        <a:ea typeface="Times New Roman"/>
                        <a:cs typeface="Times New Roman"/>
                        <a:sym typeface="Times New Roman"/>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settlement record ID.</a:t>
                      </a:r>
                      <a:endParaRPr/>
                    </a:p>
                  </a:txBody>
                  <a:tcPr marL="64625" marR="64625" marT="43075" marB="43075" anchor="ctr"/>
                </a:tc>
                <a:extLst>
                  <a:ext uri="{0D108BD9-81ED-4DB2-BD59-A6C34878D82A}">
                    <a16:rowId xmlns:a16="http://schemas.microsoft.com/office/drawing/2014/main" val="10001"/>
                  </a:ext>
                </a:extLst>
              </a:tr>
              <a:tr h="6063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purchaseid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ForeignKey</a:t>
                      </a:r>
                      <a:r>
                        <a:rPr lang="en-IN" sz="1800" u="none" strike="noStrike" cap="none">
                          <a:latin typeface="Times New Roman"/>
                          <a:ea typeface="Times New Roman"/>
                          <a:cs typeface="Times New Roman"/>
                          <a:sym typeface="Times New Roman"/>
                        </a:rPr>
                        <a:t> (References purchases(purchaseid))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Associated invoice entry ID.</a:t>
                      </a:r>
                      <a:endParaRPr/>
                    </a:p>
                  </a:txBody>
                  <a:tcPr marL="64625" marR="64625" marT="43075" marB="43075" anchor="ctr"/>
                </a:tc>
                <a:extLst>
                  <a:ext uri="{0D108BD9-81ED-4DB2-BD59-A6C34878D82A}">
                    <a16:rowId xmlns:a16="http://schemas.microsoft.com/office/drawing/2014/main" val="10002"/>
                  </a:ext>
                </a:extLst>
              </a:tr>
              <a:tr h="6569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ForeignKey</a:t>
                      </a:r>
                      <a:r>
                        <a:rPr lang="en-IN" sz="1800" u="none" strike="noStrike" cap="none">
                          <a:latin typeface="Times New Roman"/>
                          <a:ea typeface="Times New Roman"/>
                          <a:cs typeface="Times New Roman"/>
                          <a:sym typeface="Times New Roman"/>
                        </a:rPr>
                        <a:t> (References readerregistration(userId))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Payer's unique identity link.</a:t>
                      </a:r>
                      <a:endParaRPr/>
                    </a:p>
                  </a:txBody>
                  <a:tcPr marL="64625" marR="64625" marT="43075" marB="43075" anchor="ctr"/>
                </a:tc>
                <a:extLst>
                  <a:ext uri="{0D108BD9-81ED-4DB2-BD59-A6C34878D82A}">
                    <a16:rowId xmlns:a16="http://schemas.microsoft.com/office/drawing/2014/main" val="10003"/>
                  </a:ext>
                </a:extLst>
              </a:tr>
              <a:tr h="4657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ForeignKey</a:t>
                      </a:r>
                      <a:r>
                        <a:rPr lang="en-IN" sz="1800" u="none" strike="noStrike" cap="none">
                          <a:latin typeface="Times New Roman"/>
                          <a:ea typeface="Times New Roman"/>
                          <a:cs typeface="Times New Roman"/>
                          <a:sym typeface="Times New Roman"/>
                        </a:rPr>
                        <a:t> (References books(bid))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Settled asset catalog ID.</a:t>
                      </a:r>
                      <a:endParaRPr/>
                    </a:p>
                  </a:txBody>
                  <a:tcPr marL="64625" marR="64625" marT="43075" marB="43075" anchor="ctr"/>
                </a:tc>
                <a:extLst>
                  <a:ext uri="{0D108BD9-81ED-4DB2-BD59-A6C34878D82A}">
                    <a16:rowId xmlns:a16="http://schemas.microsoft.com/office/drawing/2014/main" val="10004"/>
                  </a:ext>
                </a:extLst>
              </a:tr>
              <a:tr h="3443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amount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Total currency captured.</a:t>
                      </a:r>
                      <a:endParaRPr/>
                    </a:p>
                  </a:txBody>
                  <a:tcPr marL="64625" marR="64625" marT="43075" marB="43075" anchor="ctr"/>
                </a:tc>
                <a:extLst>
                  <a:ext uri="{0D108BD9-81ED-4DB2-BD59-A6C34878D82A}">
                    <a16:rowId xmlns:a16="http://schemas.microsoft.com/office/drawing/2014/main" val="10005"/>
                  </a:ext>
                </a:extLst>
              </a:tr>
              <a:tr h="4657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payment_method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varchar(20)</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'UPI'</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Medium used (e.g., UPI, Card).</a:t>
                      </a:r>
                      <a:endParaRPr/>
                    </a:p>
                  </a:txBody>
                  <a:tcPr marL="64625" marR="64625" marT="43075" marB="43075" anchor="ctr"/>
                </a:tc>
                <a:extLst>
                  <a:ext uri="{0D108BD9-81ED-4DB2-BD59-A6C34878D82A}">
                    <a16:rowId xmlns:a16="http://schemas.microsoft.com/office/drawing/2014/main" val="10006"/>
                  </a:ext>
                </a:extLst>
              </a:tr>
              <a:tr h="4657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transaction_id</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varchar(100)</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Processing house tracking ID string.</a:t>
                      </a:r>
                      <a:endParaRPr/>
                    </a:p>
                  </a:txBody>
                  <a:tcPr marL="64625" marR="64625" marT="43075" marB="43075" anchor="ctr"/>
                </a:tc>
                <a:extLst>
                  <a:ext uri="{0D108BD9-81ED-4DB2-BD59-A6C34878D82A}">
                    <a16:rowId xmlns:a16="http://schemas.microsoft.com/office/drawing/2014/main" val="10007"/>
                  </a:ext>
                </a:extLst>
              </a:tr>
              <a:tr h="4657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payment_date</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datetime</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Exact settlement timestamp.</a:t>
                      </a:r>
                      <a:endParaRPr/>
                    </a:p>
                  </a:txBody>
                  <a:tcPr marL="64625" marR="64625" marT="43075" marB="43075" anchor="ctr"/>
                </a:tc>
                <a:extLst>
                  <a:ext uri="{0D108BD9-81ED-4DB2-BD59-A6C34878D82A}">
                    <a16:rowId xmlns:a16="http://schemas.microsoft.com/office/drawing/2014/main" val="10008"/>
                  </a:ext>
                </a:extLst>
              </a:tr>
              <a:tr h="4657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status</a:t>
                      </a:r>
                      <a:endParaRPr dirty="0"/>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64625" marR="64625" marT="43075" marB="43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Ledger balancing record status.</a:t>
                      </a:r>
                      <a:endParaRPr dirty="0"/>
                    </a:p>
                  </a:txBody>
                  <a:tcPr marL="64625" marR="64625" marT="43075" marB="43075" anchor="ctr"/>
                </a:tc>
                <a:extLst>
                  <a:ext uri="{0D108BD9-81ED-4DB2-BD59-A6C34878D82A}">
                    <a16:rowId xmlns:a16="http://schemas.microsoft.com/office/drawing/2014/main" val="10009"/>
                  </a:ext>
                </a:extLst>
              </a:tr>
            </a:tbl>
          </a:graphicData>
        </a:graphic>
      </p:graphicFrame>
      <p:sp>
        <p:nvSpPr>
          <p:cNvPr id="288" name="Google Shape;288;p28"/>
          <p:cNvSpPr/>
          <p:nvPr/>
        </p:nvSpPr>
        <p:spPr>
          <a:xfrm>
            <a:off x="607349" y="380672"/>
            <a:ext cx="7085356" cy="615553"/>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i="0" u="none" strike="noStrike" cap="none" dirty="0">
                <a:solidFill>
                  <a:schemeClr val="dk1"/>
                </a:solidFill>
                <a:latin typeface="Overlock"/>
                <a:ea typeface="Overlock"/>
                <a:cs typeface="Overlock"/>
                <a:sym typeface="Overlock"/>
              </a:rPr>
              <a:t>Payments</a:t>
            </a:r>
            <a:endParaRPr sz="1400" b="1"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Records the final, successful gateway clearings associated with book orders</a:t>
            </a:r>
            <a:r>
              <a:rPr lang="en-IN" sz="800" b="0" i="0" u="none" strike="noStrike" cap="none" dirty="0">
                <a:solidFill>
                  <a:schemeClr val="dk1"/>
                </a:solidFill>
                <a:latin typeface="Google Sans"/>
                <a:ea typeface="Google Sans"/>
                <a:cs typeface="Google Sans"/>
                <a:sym typeface="Google Sans"/>
              </a:rPr>
              <a:t>.</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graphicFrame>
        <p:nvGraphicFramePr>
          <p:cNvPr id="293" name="Google Shape;293;p29"/>
          <p:cNvGraphicFramePr/>
          <p:nvPr/>
        </p:nvGraphicFramePr>
        <p:xfrm>
          <a:off x="534487" y="1149237"/>
          <a:ext cx="11091450" cy="4990350"/>
        </p:xfrm>
        <a:graphic>
          <a:graphicData uri="http://schemas.openxmlformats.org/drawingml/2006/table">
            <a:tbl>
              <a:tblPr>
                <a:noFill/>
                <a:tableStyleId>{88A424E0-6252-48D8-B892-462516995710}</a:tableStyleId>
              </a:tblPr>
              <a:tblGrid>
                <a:gridCol w="2051950">
                  <a:extLst>
                    <a:ext uri="{9D8B030D-6E8A-4147-A177-3AD203B41FA5}">
                      <a16:colId xmlns:a16="http://schemas.microsoft.com/office/drawing/2014/main" val="20000"/>
                    </a:ext>
                  </a:extLst>
                </a:gridCol>
                <a:gridCol w="1785250">
                  <a:extLst>
                    <a:ext uri="{9D8B030D-6E8A-4147-A177-3AD203B41FA5}">
                      <a16:colId xmlns:a16="http://schemas.microsoft.com/office/drawing/2014/main" val="20001"/>
                    </a:ext>
                  </a:extLst>
                </a:gridCol>
                <a:gridCol w="3622775">
                  <a:extLst>
                    <a:ext uri="{9D8B030D-6E8A-4147-A177-3AD203B41FA5}">
                      <a16:colId xmlns:a16="http://schemas.microsoft.com/office/drawing/2014/main" val="20002"/>
                    </a:ext>
                  </a:extLst>
                </a:gridCol>
                <a:gridCol w="3631475">
                  <a:extLst>
                    <a:ext uri="{9D8B030D-6E8A-4147-A177-3AD203B41FA5}">
                      <a16:colId xmlns:a16="http://schemas.microsoft.com/office/drawing/2014/main" val="20003"/>
                    </a:ext>
                  </a:extLst>
                </a:gridCol>
              </a:tblGrid>
              <a:tr h="569075">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60950" marB="60950" anchor="ctr"/>
                </a:tc>
                <a:extLst>
                  <a:ext uri="{0D108BD9-81ED-4DB2-BD59-A6C34878D82A}">
                    <a16:rowId xmlns:a16="http://schemas.microsoft.com/office/drawing/2014/main" val="10000"/>
                  </a:ext>
                </a:extLst>
              </a:tr>
              <a:tr h="9630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downloadid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download instance ID.</a:t>
                      </a:r>
                      <a:endParaRPr/>
                    </a:p>
                  </a:txBody>
                  <a:tcPr marL="91450" marR="91450" marT="60950" marB="60950" anchor="ctr"/>
                </a:tc>
                <a:extLst>
                  <a:ext uri="{0D108BD9-81ED-4DB2-BD59-A6C34878D82A}">
                    <a16:rowId xmlns:a16="http://schemas.microsoft.com/office/drawing/2014/main" val="10001"/>
                  </a:ext>
                </a:extLst>
              </a:tr>
              <a:tr h="9630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(References readerregistration(userId))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Account accessing file streams.</a:t>
                      </a:r>
                      <a:endParaRPr/>
                    </a:p>
                  </a:txBody>
                  <a:tcPr marL="91450" marR="91450" marT="60950" marB="60950" anchor="ctr"/>
                </a:tc>
                <a:extLst>
                  <a:ext uri="{0D108BD9-81ED-4DB2-BD59-A6C34878D82A}">
                    <a16:rowId xmlns:a16="http://schemas.microsoft.com/office/drawing/2014/main" val="10002"/>
                  </a:ext>
                </a:extLst>
              </a:tr>
              <a:tr h="9630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(References books(bid))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Target volume file being copied.</a:t>
                      </a:r>
                      <a:endParaRPr/>
                    </a:p>
                  </a:txBody>
                  <a:tcPr marL="91450" marR="91450" marT="60950" marB="60950" anchor="ctr"/>
                </a:tc>
                <a:extLst>
                  <a:ext uri="{0D108BD9-81ED-4DB2-BD59-A6C34878D82A}">
                    <a16:rowId xmlns:a16="http://schemas.microsoft.com/office/drawing/2014/main" val="10003"/>
                  </a:ext>
                </a:extLst>
              </a:tr>
              <a:tr h="96305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download_date</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datetime</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Date/time stamp copy happened.</a:t>
                      </a:r>
                      <a:endParaRPr/>
                    </a:p>
                  </a:txBody>
                  <a:tcPr marL="91450" marR="91450" marT="60950" marB="60950" anchor="ctr"/>
                </a:tc>
                <a:extLst>
                  <a:ext uri="{0D108BD9-81ED-4DB2-BD59-A6C34878D82A}">
                    <a16:rowId xmlns:a16="http://schemas.microsoft.com/office/drawing/2014/main" val="10004"/>
                  </a:ext>
                </a:extLst>
              </a:tr>
              <a:tr h="56907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Audit indicator field.</a:t>
                      </a:r>
                      <a:endParaRPr sz="1800" u="none" strike="noStrike" cap="none" dirty="0">
                        <a:latin typeface="Times New Roman"/>
                        <a:ea typeface="Times New Roman"/>
                        <a:cs typeface="Times New Roman"/>
                        <a:sym typeface="Times New Roman"/>
                      </a:endParaRPr>
                    </a:p>
                  </a:txBody>
                  <a:tcPr marL="91450" marR="91450" marT="60950" marB="60950" anchor="ctr"/>
                </a:tc>
                <a:extLst>
                  <a:ext uri="{0D108BD9-81ED-4DB2-BD59-A6C34878D82A}">
                    <a16:rowId xmlns:a16="http://schemas.microsoft.com/office/drawing/2014/main" val="10005"/>
                  </a:ext>
                </a:extLst>
              </a:tr>
            </a:tbl>
          </a:graphicData>
        </a:graphic>
      </p:graphicFrame>
      <p:sp>
        <p:nvSpPr>
          <p:cNvPr id="294" name="Google Shape;294;p29"/>
          <p:cNvSpPr/>
          <p:nvPr/>
        </p:nvSpPr>
        <p:spPr>
          <a:xfrm>
            <a:off x="472440" y="203104"/>
            <a:ext cx="10639697" cy="677108"/>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800"/>
              <a:buFont typeface="Overlock"/>
              <a:buNone/>
            </a:pPr>
            <a:r>
              <a:rPr lang="en-IN" sz="2800" b="1" i="0" u="none" strike="noStrike" cap="none" dirty="0">
                <a:solidFill>
                  <a:schemeClr val="dk1"/>
                </a:solidFill>
                <a:latin typeface="Overlock"/>
                <a:ea typeface="Overlock"/>
                <a:cs typeface="Overlock"/>
                <a:sym typeface="Overlock"/>
              </a:rPr>
              <a:t>Downloads</a:t>
            </a:r>
            <a:endParaRPr sz="1600" b="1"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Tracks which readers have retrieved file assets locally</a:t>
            </a:r>
            <a:r>
              <a:rPr lang="en-IN" sz="800" b="0" i="0" u="none" strike="noStrike" cap="none" dirty="0">
                <a:solidFill>
                  <a:schemeClr val="dk1"/>
                </a:solidFill>
                <a:latin typeface="Google Sans"/>
                <a:ea typeface="Google Sans"/>
                <a:cs typeface="Google Sans"/>
                <a:sym typeface="Google Sans"/>
              </a:rPr>
              <a:t>.</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299" name="Google Shape;299;p30"/>
          <p:cNvGraphicFramePr/>
          <p:nvPr/>
        </p:nvGraphicFramePr>
        <p:xfrm>
          <a:off x="612396" y="1224792"/>
          <a:ext cx="11132200" cy="5322550"/>
        </p:xfrm>
        <a:graphic>
          <a:graphicData uri="http://schemas.openxmlformats.org/drawingml/2006/table">
            <a:tbl>
              <a:tblPr>
                <a:noFill/>
                <a:tableStyleId>{88A424E0-6252-48D8-B892-462516995710}</a:tableStyleId>
              </a:tblPr>
              <a:tblGrid>
                <a:gridCol w="1991650">
                  <a:extLst>
                    <a:ext uri="{9D8B030D-6E8A-4147-A177-3AD203B41FA5}">
                      <a16:colId xmlns:a16="http://schemas.microsoft.com/office/drawing/2014/main" val="20000"/>
                    </a:ext>
                  </a:extLst>
                </a:gridCol>
                <a:gridCol w="2123050">
                  <a:extLst>
                    <a:ext uri="{9D8B030D-6E8A-4147-A177-3AD203B41FA5}">
                      <a16:colId xmlns:a16="http://schemas.microsoft.com/office/drawing/2014/main" val="20001"/>
                    </a:ext>
                  </a:extLst>
                </a:gridCol>
                <a:gridCol w="3489275">
                  <a:extLst>
                    <a:ext uri="{9D8B030D-6E8A-4147-A177-3AD203B41FA5}">
                      <a16:colId xmlns:a16="http://schemas.microsoft.com/office/drawing/2014/main" val="20002"/>
                    </a:ext>
                  </a:extLst>
                </a:gridCol>
                <a:gridCol w="3528225">
                  <a:extLst>
                    <a:ext uri="{9D8B030D-6E8A-4147-A177-3AD203B41FA5}">
                      <a16:colId xmlns:a16="http://schemas.microsoft.com/office/drawing/2014/main" val="20003"/>
                    </a:ext>
                  </a:extLst>
                </a:gridCol>
              </a:tblGrid>
              <a:tr h="433400">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a:t>
                      </a:r>
                      <a:endParaRPr sz="1800" u="none" strike="noStrike" cap="none">
                        <a:latin typeface="Times New Roman"/>
                        <a:ea typeface="Times New Roman"/>
                        <a:cs typeface="Times New Roman"/>
                        <a:sym typeface="Times New Roman"/>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82625" marR="82625" marT="55075" marB="55075" anchor="ctr"/>
                </a:tc>
                <a:extLst>
                  <a:ext uri="{0D108BD9-81ED-4DB2-BD59-A6C34878D82A}">
                    <a16:rowId xmlns:a16="http://schemas.microsoft.com/office/drawing/2014/main" val="10000"/>
                  </a:ext>
                </a:extLst>
              </a:tr>
              <a:tr h="7426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reviewid</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comment record identifier.</a:t>
                      </a:r>
                      <a:endParaRPr/>
                    </a:p>
                  </a:txBody>
                  <a:tcPr marL="82625" marR="82625" marT="55075" marB="55075" anchor="ctr"/>
                </a:tc>
                <a:extLst>
                  <a:ext uri="{0D108BD9-81ED-4DB2-BD59-A6C34878D82A}">
                    <a16:rowId xmlns:a16="http://schemas.microsoft.com/office/drawing/2014/main" val="10001"/>
                  </a:ext>
                </a:extLst>
              </a:tr>
              <a:tr h="7426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bid</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(References books(bid))</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Target book entity being critied.</a:t>
                      </a:r>
                      <a:endParaRPr/>
                    </a:p>
                  </a:txBody>
                  <a:tcPr marL="82625" marR="82625" marT="55075" marB="55075" anchor="ctr"/>
                </a:tc>
                <a:extLst>
                  <a:ext uri="{0D108BD9-81ED-4DB2-BD59-A6C34878D82A}">
                    <a16:rowId xmlns:a16="http://schemas.microsoft.com/office/drawing/2014/main" val="10002"/>
                  </a:ext>
                </a:extLst>
              </a:tr>
              <a:tr h="7426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userId</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ForeginKey</a:t>
                      </a:r>
                      <a:r>
                        <a:rPr lang="en-IN" sz="1800" u="none" strike="noStrike" cap="none">
                          <a:latin typeface="Times New Roman"/>
                          <a:ea typeface="Times New Roman"/>
                          <a:cs typeface="Times New Roman"/>
                          <a:sym typeface="Times New Roman"/>
                        </a:rPr>
                        <a:t> (References readerregistration(userId))</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Author profile who wrote the entry.</a:t>
                      </a:r>
                      <a:endParaRPr/>
                    </a:p>
                  </a:txBody>
                  <a:tcPr marL="82625" marR="82625" marT="55075" marB="55075" anchor="ctr"/>
                </a:tc>
                <a:extLst>
                  <a:ext uri="{0D108BD9-81ED-4DB2-BD59-A6C34878D82A}">
                    <a16:rowId xmlns:a16="http://schemas.microsoft.com/office/drawing/2014/main" val="10003"/>
                  </a:ext>
                </a:extLst>
              </a:tr>
              <a:tr h="7426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rating</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tinyint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'5'</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Numerical score (typically 1 to 5).</a:t>
                      </a:r>
                      <a:endParaRPr/>
                    </a:p>
                  </a:txBody>
                  <a:tcPr marL="82625" marR="82625" marT="55075" marB="55075" anchor="ctr"/>
                </a:tc>
                <a:extLst>
                  <a:ext uri="{0D108BD9-81ED-4DB2-BD59-A6C34878D82A}">
                    <a16:rowId xmlns:a16="http://schemas.microsoft.com/office/drawing/2014/main" val="10004"/>
                  </a:ext>
                </a:extLst>
              </a:tr>
              <a:tr h="7426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review_text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text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Text content of the written feedback.</a:t>
                      </a:r>
                      <a:endParaRPr/>
                    </a:p>
                  </a:txBody>
                  <a:tcPr marL="82625" marR="82625" marT="55075" marB="55075" anchor="ctr"/>
                </a:tc>
                <a:extLst>
                  <a:ext uri="{0D108BD9-81ED-4DB2-BD59-A6C34878D82A}">
                    <a16:rowId xmlns:a16="http://schemas.microsoft.com/office/drawing/2014/main" val="10005"/>
                  </a:ext>
                </a:extLst>
              </a:tr>
              <a:tr h="4334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review_date</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datetime</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Timestamp of publication.</a:t>
                      </a:r>
                      <a:endParaRPr/>
                    </a:p>
                  </a:txBody>
                  <a:tcPr marL="82625" marR="82625" marT="55075" marB="55075" anchor="ctr"/>
                </a:tc>
                <a:extLst>
                  <a:ext uri="{0D108BD9-81ED-4DB2-BD59-A6C34878D82A}">
                    <a16:rowId xmlns:a16="http://schemas.microsoft.com/office/drawing/2014/main" val="10006"/>
                  </a:ext>
                </a:extLst>
              </a:tr>
              <a:tr h="7426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82625" marR="82625" marT="55075" marB="55075"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Moderation configuration parameter.</a:t>
                      </a:r>
                      <a:endParaRPr dirty="0"/>
                    </a:p>
                  </a:txBody>
                  <a:tcPr marL="82625" marR="82625" marT="55075" marB="55075" anchor="ctr"/>
                </a:tc>
                <a:extLst>
                  <a:ext uri="{0D108BD9-81ED-4DB2-BD59-A6C34878D82A}">
                    <a16:rowId xmlns:a16="http://schemas.microsoft.com/office/drawing/2014/main" val="10007"/>
                  </a:ext>
                </a:extLst>
              </a:tr>
            </a:tbl>
          </a:graphicData>
        </a:graphic>
      </p:graphicFrame>
      <p:sp>
        <p:nvSpPr>
          <p:cNvPr id="300" name="Google Shape;300;p30"/>
          <p:cNvSpPr/>
          <p:nvPr/>
        </p:nvSpPr>
        <p:spPr>
          <a:xfrm>
            <a:off x="472558" y="259666"/>
            <a:ext cx="6806672" cy="677108"/>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800"/>
              <a:buFont typeface="Overlock"/>
              <a:buNone/>
            </a:pPr>
            <a:r>
              <a:rPr lang="en-IN" sz="2800" b="1" i="0" u="none" strike="noStrike" cap="none" dirty="0">
                <a:solidFill>
                  <a:schemeClr val="dk1"/>
                </a:solidFill>
                <a:latin typeface="Overlock"/>
                <a:ea typeface="Overlock"/>
                <a:cs typeface="Overlock"/>
                <a:sym typeface="Overlock"/>
              </a:rPr>
              <a:t>Reviews</a:t>
            </a:r>
            <a:endParaRPr sz="1600" b="1"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600"/>
              <a:buFont typeface="Times New Roman"/>
              <a:buNone/>
            </a:pPr>
            <a:r>
              <a:rPr lang="en-IN" sz="1600" i="0" u="none" strike="noStrike" cap="none" dirty="0">
                <a:solidFill>
                  <a:schemeClr val="dk1"/>
                </a:solidFill>
                <a:latin typeface="Times New Roman"/>
                <a:ea typeface="Times New Roman"/>
                <a:cs typeface="Times New Roman"/>
                <a:sym typeface="Times New Roman"/>
              </a:rPr>
              <a:t>Houses text-based evaluations and ratings written by users for individual entries</a:t>
            </a:r>
            <a:r>
              <a:rPr lang="en-IN" sz="800" b="0" i="0" u="none" strike="noStrike" cap="none" dirty="0">
                <a:solidFill>
                  <a:schemeClr val="dk1"/>
                </a:solidFill>
                <a:latin typeface="Google Sans"/>
                <a:ea typeface="Google Sans"/>
                <a:cs typeface="Google Sans"/>
                <a:sym typeface="Google Sans"/>
              </a:rPr>
              <a:t>.</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graphicFrame>
        <p:nvGraphicFramePr>
          <p:cNvPr id="305" name="Google Shape;305;p31"/>
          <p:cNvGraphicFramePr/>
          <p:nvPr/>
        </p:nvGraphicFramePr>
        <p:xfrm>
          <a:off x="576943" y="1288574"/>
          <a:ext cx="11205750" cy="4955500"/>
        </p:xfrm>
        <a:graphic>
          <a:graphicData uri="http://schemas.openxmlformats.org/drawingml/2006/table">
            <a:tbl>
              <a:tblPr>
                <a:noFill/>
                <a:tableStyleId>{88A424E0-6252-48D8-B892-462516995710}</a:tableStyleId>
              </a:tblPr>
              <a:tblGrid>
                <a:gridCol w="1713400">
                  <a:extLst>
                    <a:ext uri="{9D8B030D-6E8A-4147-A177-3AD203B41FA5}">
                      <a16:colId xmlns:a16="http://schemas.microsoft.com/office/drawing/2014/main" val="20000"/>
                    </a:ext>
                  </a:extLst>
                </a:gridCol>
                <a:gridCol w="1846225">
                  <a:extLst>
                    <a:ext uri="{9D8B030D-6E8A-4147-A177-3AD203B41FA5}">
                      <a16:colId xmlns:a16="http://schemas.microsoft.com/office/drawing/2014/main" val="20001"/>
                    </a:ext>
                  </a:extLst>
                </a:gridCol>
                <a:gridCol w="3509550">
                  <a:extLst>
                    <a:ext uri="{9D8B030D-6E8A-4147-A177-3AD203B41FA5}">
                      <a16:colId xmlns:a16="http://schemas.microsoft.com/office/drawing/2014/main" val="20002"/>
                    </a:ext>
                  </a:extLst>
                </a:gridCol>
                <a:gridCol w="4136575">
                  <a:extLst>
                    <a:ext uri="{9D8B030D-6E8A-4147-A177-3AD203B41FA5}">
                      <a16:colId xmlns:a16="http://schemas.microsoft.com/office/drawing/2014/main" val="20003"/>
                    </a:ext>
                  </a:extLst>
                </a:gridCol>
              </a:tblGrid>
              <a:tr h="565100">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Field Name</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Datatype</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Constraints</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Description</a:t>
                      </a:r>
                      <a:endParaRPr sz="1800" u="none" strike="noStrike" cap="none">
                        <a:latin typeface="Times New Roman"/>
                        <a:ea typeface="Times New Roman"/>
                        <a:cs typeface="Times New Roman"/>
                        <a:sym typeface="Times New Roman"/>
                      </a:endParaRPr>
                    </a:p>
                  </a:txBody>
                  <a:tcPr marL="91450" marR="91450" marT="60950" marB="60950" anchor="ctr"/>
                </a:tc>
                <a:extLst>
                  <a:ext uri="{0D108BD9-81ED-4DB2-BD59-A6C34878D82A}">
                    <a16:rowId xmlns:a16="http://schemas.microsoft.com/office/drawing/2014/main" val="10000"/>
                  </a:ext>
                </a:extLst>
              </a:tr>
              <a:tr h="9563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wid</a:t>
                      </a:r>
                      <a:endParaRPr sz="1800" u="none" strike="noStrike" cap="none">
                        <a:latin typeface="Times New Roman"/>
                        <a:ea typeface="Times New Roman"/>
                        <a:cs typeface="Times New Roman"/>
                        <a:sym typeface="Times New Roman"/>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Primary Key, Auto Increment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Unique identification item bookmark.</a:t>
                      </a:r>
                      <a:endParaRPr/>
                    </a:p>
                  </a:txBody>
                  <a:tcPr marL="91450" marR="91450" marT="60950" marB="60950" anchor="ctr"/>
                </a:tc>
                <a:extLst>
                  <a:ext uri="{0D108BD9-81ED-4DB2-BD59-A6C34878D82A}">
                    <a16:rowId xmlns:a16="http://schemas.microsoft.com/office/drawing/2014/main" val="10001"/>
                  </a:ext>
                </a:extLst>
              </a:tr>
              <a:tr h="9563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ForeignKey</a:t>
                      </a:r>
                      <a:r>
                        <a:rPr lang="en-IN" sz="1800" u="none" strike="noStrike" cap="none">
                          <a:latin typeface="Times New Roman"/>
                          <a:ea typeface="Times New Roman"/>
                          <a:cs typeface="Times New Roman"/>
                          <a:sym typeface="Times New Roman"/>
                        </a:rPr>
                        <a:t> (References books(bid))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Book added to the wishlist.</a:t>
                      </a:r>
                      <a:endParaRPr/>
                    </a:p>
                  </a:txBody>
                  <a:tcPr marL="91450" marR="91450" marT="60950" marB="60950" anchor="ctr"/>
                </a:tc>
                <a:extLst>
                  <a:ext uri="{0D108BD9-81ED-4DB2-BD59-A6C34878D82A}">
                    <a16:rowId xmlns:a16="http://schemas.microsoft.com/office/drawing/2014/main" val="10002"/>
                  </a:ext>
                </a:extLst>
              </a:tr>
              <a:tr h="9563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int</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b="1" u="none" strike="noStrike" cap="none">
                          <a:latin typeface="Times New Roman"/>
                          <a:ea typeface="Times New Roman"/>
                          <a:cs typeface="Times New Roman"/>
                          <a:sym typeface="Times New Roman"/>
                        </a:rPr>
                        <a:t>ForeignKey</a:t>
                      </a:r>
                      <a:r>
                        <a:rPr lang="en-IN" sz="1800" u="none" strike="noStrike" cap="none">
                          <a:latin typeface="Times New Roman"/>
                          <a:ea typeface="Times New Roman"/>
                          <a:cs typeface="Times New Roman"/>
                          <a:sym typeface="Times New Roman"/>
                        </a:rPr>
                        <a:t> (References readerregistration(userId))</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User bookmark profile reference index.</a:t>
                      </a:r>
                      <a:endParaRPr/>
                    </a:p>
                  </a:txBody>
                  <a:tcPr marL="91450" marR="91450" marT="60950" marB="60950" anchor="ctr"/>
                </a:tc>
                <a:extLst>
                  <a:ext uri="{0D108BD9-81ED-4DB2-BD59-A6C34878D82A}">
                    <a16:rowId xmlns:a16="http://schemas.microsoft.com/office/drawing/2014/main" val="10003"/>
                  </a:ext>
                </a:extLst>
              </a:tr>
              <a:tr h="956325">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AddedDate</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datetime</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Timestamp item was cataloged.</a:t>
                      </a:r>
                      <a:endParaRPr/>
                    </a:p>
                  </a:txBody>
                  <a:tcPr marL="91450" marR="91450" marT="60950" marB="60950" anchor="ctr"/>
                </a:tc>
                <a:extLst>
                  <a:ext uri="{0D108BD9-81ED-4DB2-BD59-A6C34878D82A}">
                    <a16:rowId xmlns:a16="http://schemas.microsoft.com/office/drawing/2014/main" val="10004"/>
                  </a:ext>
                </a:extLst>
              </a:tr>
              <a:tr h="565100">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status</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int</a:t>
                      </a:r>
                      <a:endParaRPr dirty="0"/>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a:latin typeface="Times New Roman"/>
                          <a:ea typeface="Times New Roman"/>
                          <a:cs typeface="Times New Roman"/>
                          <a:sym typeface="Times New Roman"/>
                        </a:rPr>
                        <a:t>Not Null, Default '1'</a:t>
                      </a:r>
                      <a:endParaRPr/>
                    </a:p>
                  </a:txBody>
                  <a:tcPr marL="91450" marR="91450" marT="60950" marB="60950" anchor="ctr"/>
                </a:tc>
                <a:tc>
                  <a:txBody>
                    <a:bodyPr/>
                    <a:lstStyle/>
                    <a:p>
                      <a:pPr marL="0" marR="0" lvl="0" indent="0" algn="l" rtl="0">
                        <a:spcBef>
                          <a:spcPts val="0"/>
                        </a:spcBef>
                        <a:spcAft>
                          <a:spcPts val="0"/>
                        </a:spcAft>
                        <a:buClr>
                          <a:schemeClr val="dk1"/>
                        </a:buClr>
                        <a:buSzPts val="1800"/>
                        <a:buFont typeface="Times New Roman"/>
                        <a:buNone/>
                      </a:pPr>
                      <a:r>
                        <a:rPr lang="en-IN" sz="1800" u="none" strike="noStrike" cap="none" dirty="0">
                          <a:latin typeface="Times New Roman"/>
                          <a:ea typeface="Times New Roman"/>
                          <a:cs typeface="Times New Roman"/>
                          <a:sym typeface="Times New Roman"/>
                        </a:rPr>
                        <a:t>Activity visibility index.</a:t>
                      </a:r>
                      <a:endParaRPr dirty="0"/>
                    </a:p>
                  </a:txBody>
                  <a:tcPr marL="91450" marR="91450" marT="60950" marB="60950" anchor="ctr"/>
                </a:tc>
                <a:extLst>
                  <a:ext uri="{0D108BD9-81ED-4DB2-BD59-A6C34878D82A}">
                    <a16:rowId xmlns:a16="http://schemas.microsoft.com/office/drawing/2014/main" val="10005"/>
                  </a:ext>
                </a:extLst>
              </a:tr>
            </a:tbl>
          </a:graphicData>
        </a:graphic>
      </p:graphicFrame>
      <p:sp>
        <p:nvSpPr>
          <p:cNvPr id="306" name="Google Shape;306;p31"/>
          <p:cNvSpPr/>
          <p:nvPr/>
        </p:nvSpPr>
        <p:spPr>
          <a:xfrm>
            <a:off x="481149" y="188613"/>
            <a:ext cx="4654479" cy="677108"/>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800"/>
              <a:buFont typeface="Overlock"/>
              <a:buNone/>
            </a:pPr>
            <a:r>
              <a:rPr lang="en-IN" sz="2800" b="1" i="0" u="none" strike="noStrike" cap="none" dirty="0">
                <a:solidFill>
                  <a:schemeClr val="dk1"/>
                </a:solidFill>
                <a:latin typeface="Overlock"/>
                <a:ea typeface="Overlock"/>
                <a:cs typeface="Overlock"/>
                <a:sym typeface="Overlock"/>
              </a:rPr>
              <a:t>Wishlist</a:t>
            </a:r>
            <a:endParaRPr sz="40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Tracks books saved by users to view or purchase later.</a:t>
            </a:r>
            <a:endParaRPr sz="44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graphicFrame>
        <p:nvGraphicFramePr>
          <p:cNvPr id="311" name="Google Shape;311;p32"/>
          <p:cNvGraphicFramePr/>
          <p:nvPr/>
        </p:nvGraphicFramePr>
        <p:xfrm>
          <a:off x="679269" y="1065679"/>
          <a:ext cx="11059875" cy="5352550"/>
        </p:xfrm>
        <a:graphic>
          <a:graphicData uri="http://schemas.openxmlformats.org/drawingml/2006/table">
            <a:tbl>
              <a:tblPr>
                <a:noFill/>
                <a:tableStyleId>{88A424E0-6252-48D8-B892-462516995710}</a:tableStyleId>
              </a:tblPr>
              <a:tblGrid>
                <a:gridCol w="1998425">
                  <a:extLst>
                    <a:ext uri="{9D8B030D-6E8A-4147-A177-3AD203B41FA5}">
                      <a16:colId xmlns:a16="http://schemas.microsoft.com/office/drawing/2014/main" val="20000"/>
                    </a:ext>
                  </a:extLst>
                </a:gridCol>
                <a:gridCol w="1969025">
                  <a:extLst>
                    <a:ext uri="{9D8B030D-6E8A-4147-A177-3AD203B41FA5}">
                      <a16:colId xmlns:a16="http://schemas.microsoft.com/office/drawing/2014/main" val="20001"/>
                    </a:ext>
                  </a:extLst>
                </a:gridCol>
                <a:gridCol w="3347750">
                  <a:extLst>
                    <a:ext uri="{9D8B030D-6E8A-4147-A177-3AD203B41FA5}">
                      <a16:colId xmlns:a16="http://schemas.microsoft.com/office/drawing/2014/main" val="20002"/>
                    </a:ext>
                  </a:extLst>
                </a:gridCol>
                <a:gridCol w="3744675">
                  <a:extLst>
                    <a:ext uri="{9D8B030D-6E8A-4147-A177-3AD203B41FA5}">
                      <a16:colId xmlns:a16="http://schemas.microsoft.com/office/drawing/2014/main" val="20003"/>
                    </a:ext>
                  </a:extLst>
                </a:gridCol>
              </a:tblGrid>
              <a:tr h="343025">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Field Name</a:t>
                      </a:r>
                      <a:endParaRPr sz="1600" u="none" strike="noStrike" cap="none">
                        <a:latin typeface="Times New Roman"/>
                        <a:ea typeface="Times New Roman"/>
                        <a:cs typeface="Times New Roman"/>
                        <a:sym typeface="Times New Roman"/>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Datatype</a:t>
                      </a:r>
                      <a:endParaRPr sz="1600" u="none" strike="noStrike" cap="none">
                        <a:latin typeface="Times New Roman"/>
                        <a:ea typeface="Times New Roman"/>
                        <a:cs typeface="Times New Roman"/>
                        <a:sym typeface="Times New Roman"/>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Constraints</a:t>
                      </a:r>
                      <a:endParaRPr sz="1600" u="none" strike="noStrike" cap="none">
                        <a:latin typeface="Times New Roman"/>
                        <a:ea typeface="Times New Roman"/>
                        <a:cs typeface="Times New Roman"/>
                        <a:sym typeface="Times New Roman"/>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Description</a:t>
                      </a:r>
                      <a:endParaRPr sz="1600" u="none" strike="noStrike" cap="none">
                        <a:latin typeface="Times New Roman"/>
                        <a:ea typeface="Times New Roman"/>
                        <a:cs typeface="Times New Roman"/>
                        <a:sym typeface="Times New Roman"/>
                      </a:endParaRPr>
                    </a:p>
                  </a:txBody>
                  <a:tcPr marL="56025" marR="56025" marT="37350" marB="37350" anchor="ctr"/>
                </a:tc>
                <a:extLst>
                  <a:ext uri="{0D108BD9-81ED-4DB2-BD59-A6C34878D82A}">
                    <a16:rowId xmlns:a16="http://schemas.microsoft.com/office/drawing/2014/main" val="10000"/>
                  </a:ext>
                </a:extLst>
              </a:tr>
              <a:tr h="5130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complaintid</a:t>
                      </a:r>
                      <a:endParaRPr sz="1600" u="none" strike="noStrike" cap="none">
                        <a:latin typeface="Times New Roman"/>
                        <a:ea typeface="Times New Roman"/>
                        <a:cs typeface="Times New Roman"/>
                        <a:sym typeface="Times New Roman"/>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Primary Key, Auto Increment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Ticket reference number index identifier.</a:t>
                      </a:r>
                      <a:endParaRPr/>
                    </a:p>
                  </a:txBody>
                  <a:tcPr marL="56025" marR="56025" marT="37350" marB="37350" anchor="ctr"/>
                </a:tc>
                <a:extLst>
                  <a:ext uri="{0D108BD9-81ED-4DB2-BD59-A6C34878D82A}">
                    <a16:rowId xmlns:a16="http://schemas.microsoft.com/office/drawing/2014/main" val="10001"/>
                  </a:ext>
                </a:extLst>
              </a:tr>
              <a:tr h="6056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userId</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ForeignKey</a:t>
                      </a:r>
                      <a:r>
                        <a:rPr lang="en-IN" sz="1600" u="none" strike="noStrike" cap="none">
                          <a:latin typeface="Times New Roman"/>
                          <a:ea typeface="Times New Roman"/>
                          <a:cs typeface="Times New Roman"/>
                          <a:sym typeface="Times New Roman"/>
                        </a:rPr>
                        <a:t> (References readerregistration(userId))</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Submitting platform user profile element.</a:t>
                      </a:r>
                      <a:endParaRPr/>
                    </a:p>
                  </a:txBody>
                  <a:tcPr marL="56025" marR="56025" marT="37350" marB="37350" anchor="ctr"/>
                </a:tc>
                <a:extLst>
                  <a:ext uri="{0D108BD9-81ED-4DB2-BD59-A6C34878D82A}">
                    <a16:rowId xmlns:a16="http://schemas.microsoft.com/office/drawing/2014/main" val="10002"/>
                  </a:ext>
                </a:extLst>
              </a:tr>
              <a:tr h="6056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bid</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ForeignKey</a:t>
                      </a:r>
                      <a:r>
                        <a:rPr lang="en-IN" sz="1600" u="none" strike="noStrike" cap="none">
                          <a:latin typeface="Times New Roman"/>
                          <a:ea typeface="Times New Roman"/>
                          <a:cs typeface="Times New Roman"/>
                          <a:sym typeface="Times New Roman"/>
                        </a:rPr>
                        <a:t> (References books(bid))</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Book related to the problem (if any).</a:t>
                      </a:r>
                      <a:endParaRPr/>
                    </a:p>
                  </a:txBody>
                  <a:tcPr marL="56025" marR="56025" marT="37350" marB="37350" anchor="ctr"/>
                </a:tc>
                <a:extLst>
                  <a:ext uri="{0D108BD9-81ED-4DB2-BD59-A6C34878D82A}">
                    <a16:rowId xmlns:a16="http://schemas.microsoft.com/office/drawing/2014/main" val="10003"/>
                  </a:ext>
                </a:extLst>
              </a:tr>
              <a:tr h="5130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complaint_type</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varchar(30)</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Category classifications group identifier.</a:t>
                      </a:r>
                      <a:endParaRPr/>
                    </a:p>
                  </a:txBody>
                  <a:tcPr marL="56025" marR="56025" marT="37350" marB="37350" anchor="ctr"/>
                </a:tc>
                <a:extLst>
                  <a:ext uri="{0D108BD9-81ED-4DB2-BD59-A6C34878D82A}">
                    <a16:rowId xmlns:a16="http://schemas.microsoft.com/office/drawing/2014/main" val="10004"/>
                  </a:ext>
                </a:extLst>
              </a:tr>
              <a:tr h="4133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subject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varchar(100)</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Quick summarization header text line.</a:t>
                      </a:r>
                      <a:endParaRPr/>
                    </a:p>
                  </a:txBody>
                  <a:tcPr marL="56025" marR="56025" marT="37350" marB="37350" anchor="ctr"/>
                </a:tc>
                <a:extLst>
                  <a:ext uri="{0D108BD9-81ED-4DB2-BD59-A6C34878D82A}">
                    <a16:rowId xmlns:a16="http://schemas.microsoft.com/office/drawing/2014/main" val="10005"/>
                  </a:ext>
                </a:extLst>
              </a:tr>
              <a:tr h="6056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description</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text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In-depth description details of the problem.</a:t>
                      </a:r>
                      <a:endParaRPr/>
                    </a:p>
                  </a:txBody>
                  <a:tcPr marL="56025" marR="56025" marT="37350" marB="37350" anchor="ctr"/>
                </a:tc>
                <a:extLst>
                  <a:ext uri="{0D108BD9-81ED-4DB2-BD59-A6C34878D82A}">
                    <a16:rowId xmlns:a16="http://schemas.microsoft.com/office/drawing/2014/main" val="10006"/>
                  </a:ext>
                </a:extLst>
              </a:tr>
              <a:tr h="4133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admin_reply</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text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Null Allowed</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Written text answer response block.</a:t>
                      </a:r>
                      <a:endParaRPr/>
                    </a:p>
                  </a:txBody>
                  <a:tcPr marL="56025" marR="56025" marT="37350" marB="37350" anchor="ctr"/>
                </a:tc>
                <a:extLst>
                  <a:ext uri="{0D108BD9-81ED-4DB2-BD59-A6C34878D82A}">
                    <a16:rowId xmlns:a16="http://schemas.microsoft.com/office/drawing/2014/main" val="10007"/>
                  </a:ext>
                </a:extLst>
              </a:tr>
              <a:tr h="5130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filed_date</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datetime</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Timestamp ticket created inside backend.</a:t>
                      </a:r>
                      <a:endParaRPr/>
                    </a:p>
                  </a:txBody>
                  <a:tcPr marL="56025" marR="56025" marT="37350" marB="37350" anchor="ctr"/>
                </a:tc>
                <a:extLst>
                  <a:ext uri="{0D108BD9-81ED-4DB2-BD59-A6C34878D82A}">
                    <a16:rowId xmlns:a16="http://schemas.microsoft.com/office/drawing/2014/main" val="10008"/>
                  </a:ext>
                </a:extLst>
              </a:tr>
              <a:tr h="4133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resolved_date</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datetime</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Null Allowed</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Timestamp status flipped finalized.</a:t>
                      </a:r>
                      <a:endParaRPr/>
                    </a:p>
                  </a:txBody>
                  <a:tcPr marL="56025" marR="56025" marT="37350" marB="37350" anchor="ctr"/>
                </a:tc>
                <a:extLst>
                  <a:ext uri="{0D108BD9-81ED-4DB2-BD59-A6C34878D82A}">
                    <a16:rowId xmlns:a16="http://schemas.microsoft.com/office/drawing/2014/main" val="10009"/>
                  </a:ext>
                </a:extLst>
              </a:tr>
              <a:tr h="413375">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status</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 Default '1'</a:t>
                      </a:r>
                      <a:endParaRPr/>
                    </a:p>
                  </a:txBody>
                  <a:tcPr marL="56025" marR="56025" marT="37350" marB="3735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dirty="0">
                          <a:latin typeface="Times New Roman"/>
                          <a:ea typeface="Times New Roman"/>
                          <a:cs typeface="Times New Roman"/>
                          <a:sym typeface="Times New Roman"/>
                        </a:rPr>
                        <a:t>Processing progression tracker code.</a:t>
                      </a:r>
                      <a:endParaRPr dirty="0"/>
                    </a:p>
                  </a:txBody>
                  <a:tcPr marL="56025" marR="56025" marT="37350" marB="37350" anchor="ctr"/>
                </a:tc>
                <a:extLst>
                  <a:ext uri="{0D108BD9-81ED-4DB2-BD59-A6C34878D82A}">
                    <a16:rowId xmlns:a16="http://schemas.microsoft.com/office/drawing/2014/main" val="10010"/>
                  </a:ext>
                </a:extLst>
              </a:tr>
            </a:tbl>
          </a:graphicData>
        </a:graphic>
      </p:graphicFrame>
      <p:sp>
        <p:nvSpPr>
          <p:cNvPr id="312" name="Google Shape;312;p32"/>
          <p:cNvSpPr/>
          <p:nvPr/>
        </p:nvSpPr>
        <p:spPr>
          <a:xfrm>
            <a:off x="679269" y="207798"/>
            <a:ext cx="9892891" cy="615553"/>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i="0" u="none" strike="noStrike" cap="none" dirty="0">
                <a:solidFill>
                  <a:schemeClr val="dk1"/>
                </a:solidFill>
                <a:latin typeface="Overlock"/>
                <a:ea typeface="Overlock"/>
                <a:cs typeface="Overlock"/>
                <a:sym typeface="Overlock"/>
              </a:rPr>
              <a:t>Complaints</a:t>
            </a:r>
            <a:endParaRPr sz="1800" b="1" i="0" u="none" strike="noStrike" cap="none" dirty="0">
              <a:solidFill>
                <a:schemeClr val="dk1"/>
              </a:solidFill>
              <a:latin typeface="Overlock"/>
              <a:ea typeface="Overlock"/>
              <a:cs typeface="Overlock"/>
              <a:sym typeface="Overlock"/>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Manages issues filed by users regarding technical difficulties or billing.</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7" name="Google Shape;317;p33"/>
          <p:cNvGraphicFramePr/>
          <p:nvPr/>
        </p:nvGraphicFramePr>
        <p:xfrm>
          <a:off x="418938" y="1127314"/>
          <a:ext cx="11354125" cy="5139175"/>
        </p:xfrm>
        <a:graphic>
          <a:graphicData uri="http://schemas.openxmlformats.org/drawingml/2006/table">
            <a:tbl>
              <a:tblPr>
                <a:noFill/>
                <a:tableStyleId>{88A424E0-6252-48D8-B892-462516995710}</a:tableStyleId>
              </a:tblPr>
              <a:tblGrid>
                <a:gridCol w="1913200">
                  <a:extLst>
                    <a:ext uri="{9D8B030D-6E8A-4147-A177-3AD203B41FA5}">
                      <a16:colId xmlns:a16="http://schemas.microsoft.com/office/drawing/2014/main" val="20000"/>
                    </a:ext>
                  </a:extLst>
                </a:gridCol>
                <a:gridCol w="1988200">
                  <a:extLst>
                    <a:ext uri="{9D8B030D-6E8A-4147-A177-3AD203B41FA5}">
                      <a16:colId xmlns:a16="http://schemas.microsoft.com/office/drawing/2014/main" val="20001"/>
                    </a:ext>
                  </a:extLst>
                </a:gridCol>
                <a:gridCol w="3884100">
                  <a:extLst>
                    <a:ext uri="{9D8B030D-6E8A-4147-A177-3AD203B41FA5}">
                      <a16:colId xmlns:a16="http://schemas.microsoft.com/office/drawing/2014/main" val="20002"/>
                    </a:ext>
                  </a:extLst>
                </a:gridCol>
                <a:gridCol w="3568625">
                  <a:extLst>
                    <a:ext uri="{9D8B030D-6E8A-4147-A177-3AD203B41FA5}">
                      <a16:colId xmlns:a16="http://schemas.microsoft.com/office/drawing/2014/main" val="20003"/>
                    </a:ext>
                  </a:extLst>
                </a:gridCol>
              </a:tblGrid>
              <a:tr h="399925">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Field Name</a:t>
                      </a:r>
                      <a:endParaRPr sz="1600" u="none" strike="noStrike" cap="none">
                        <a:latin typeface="Times New Roman"/>
                        <a:ea typeface="Times New Roman"/>
                        <a:cs typeface="Times New Roman"/>
                        <a:sym typeface="Times New Roman"/>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Datatype</a:t>
                      </a:r>
                      <a:endParaRPr sz="1600" u="none" strike="noStrike" cap="none">
                        <a:latin typeface="Times New Roman"/>
                        <a:ea typeface="Times New Roman"/>
                        <a:cs typeface="Times New Roman"/>
                        <a:sym typeface="Times New Roman"/>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Constraints</a:t>
                      </a:r>
                      <a:endParaRPr sz="1600" u="none" strike="noStrike" cap="none">
                        <a:latin typeface="Times New Roman"/>
                        <a:ea typeface="Times New Roman"/>
                        <a:cs typeface="Times New Roman"/>
                        <a:sym typeface="Times New Roman"/>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Description</a:t>
                      </a:r>
                      <a:endParaRPr sz="1600" u="none" strike="noStrike" cap="none">
                        <a:latin typeface="Times New Roman"/>
                        <a:ea typeface="Times New Roman"/>
                        <a:cs typeface="Times New Roman"/>
                        <a:sym typeface="Times New Roman"/>
                      </a:endParaRPr>
                    </a:p>
                  </a:txBody>
                  <a:tcPr marL="78175" marR="78175" marT="52100" marB="52100" anchor="ctr"/>
                </a:tc>
                <a:extLst>
                  <a:ext uri="{0D108BD9-81ED-4DB2-BD59-A6C34878D82A}">
                    <a16:rowId xmlns:a16="http://schemas.microsoft.com/office/drawing/2014/main" val="10000"/>
                  </a:ext>
                </a:extLst>
              </a:tr>
              <a:tr h="6801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feedid</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Primary Key, Auto Increment</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Unique record tracking token identity.</a:t>
                      </a:r>
                      <a:endParaRPr/>
                    </a:p>
                  </a:txBody>
                  <a:tcPr marL="78175" marR="78175" marT="52100" marB="52100" anchor="ctr"/>
                </a:tc>
                <a:extLst>
                  <a:ext uri="{0D108BD9-81ED-4DB2-BD59-A6C34878D82A}">
                    <a16:rowId xmlns:a16="http://schemas.microsoft.com/office/drawing/2014/main" val="10001"/>
                  </a:ext>
                </a:extLst>
              </a:tr>
              <a:tr h="6801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sender_id</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b="1" u="none" strike="noStrike" cap="none">
                          <a:latin typeface="Times New Roman"/>
                          <a:ea typeface="Times New Roman"/>
                          <a:cs typeface="Times New Roman"/>
                          <a:sym typeface="Times New Roman"/>
                        </a:rPr>
                        <a:t>ForeignKey </a:t>
                      </a:r>
                      <a:r>
                        <a:rPr lang="en-IN" sz="1400" b="0" u="none" strike="noStrike" cap="none">
                          <a:latin typeface="Times New Roman"/>
                          <a:ea typeface="Times New Roman"/>
                          <a:cs typeface="Times New Roman"/>
                          <a:sym typeface="Times New Roman"/>
                        </a:rPr>
                        <a:t>(</a:t>
                      </a:r>
                      <a:r>
                        <a:rPr lang="en-IN" sz="1400" u="none" strike="noStrike" cap="none"/>
                        <a:t>REFERENCES readerregistration(userId), authorregistration(authId))</a:t>
                      </a:r>
                      <a:endParaRPr sz="1600" u="none" strike="noStrike" cap="none">
                        <a:latin typeface="Times New Roman"/>
                        <a:ea typeface="Times New Roman"/>
                        <a:cs typeface="Times New Roman"/>
                        <a:sym typeface="Times New Roman"/>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ID linking to author or reader tables.</a:t>
                      </a:r>
                      <a:endParaRPr/>
                    </a:p>
                  </a:txBody>
                  <a:tcPr marL="78175" marR="78175" marT="52100" marB="52100" anchor="ctr"/>
                </a:tc>
                <a:extLst>
                  <a:ext uri="{0D108BD9-81ED-4DB2-BD59-A6C34878D82A}">
                    <a16:rowId xmlns:a16="http://schemas.microsoft.com/office/drawing/2014/main" val="10002"/>
                  </a:ext>
                </a:extLst>
              </a:tr>
              <a:tr h="6801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sender_type</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varchar(10)</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Defines source profile domain type.</a:t>
                      </a:r>
                      <a:endParaRPr/>
                    </a:p>
                  </a:txBody>
                  <a:tcPr marL="78175" marR="78175" marT="52100" marB="52100" anchor="ctr"/>
                </a:tc>
                <a:extLst>
                  <a:ext uri="{0D108BD9-81ED-4DB2-BD59-A6C34878D82A}">
                    <a16:rowId xmlns:a16="http://schemas.microsoft.com/office/drawing/2014/main" val="10003"/>
                  </a:ext>
                </a:extLst>
              </a:tr>
              <a:tr h="65865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subject</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varchar(100)</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Focus topic descriptor text line.</a:t>
                      </a:r>
                      <a:endParaRPr/>
                    </a:p>
                  </a:txBody>
                  <a:tcPr marL="78175" marR="78175" marT="52100" marB="52100" anchor="ctr"/>
                </a:tc>
                <a:extLst>
                  <a:ext uri="{0D108BD9-81ED-4DB2-BD59-A6C34878D82A}">
                    <a16:rowId xmlns:a16="http://schemas.microsoft.com/office/drawing/2014/main" val="10004"/>
                  </a:ext>
                </a:extLst>
              </a:tr>
              <a:tr h="6801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message</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text</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Main message body contents text field.</a:t>
                      </a:r>
                      <a:endParaRPr/>
                    </a:p>
                  </a:txBody>
                  <a:tcPr marL="78175" marR="78175" marT="52100" marB="52100" anchor="ctr"/>
                </a:tc>
                <a:extLst>
                  <a:ext uri="{0D108BD9-81ED-4DB2-BD59-A6C34878D82A}">
                    <a16:rowId xmlns:a16="http://schemas.microsoft.com/office/drawing/2014/main" val="10005"/>
                  </a:ext>
                </a:extLst>
              </a:tr>
              <a:tr h="6801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feedback_date</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datetime</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Calendar timestamp captured by server.</a:t>
                      </a:r>
                      <a:endParaRPr/>
                    </a:p>
                  </a:txBody>
                  <a:tcPr marL="78175" marR="78175" marT="52100" marB="52100" anchor="ctr"/>
                </a:tc>
                <a:extLst>
                  <a:ext uri="{0D108BD9-81ED-4DB2-BD59-A6C34878D82A}">
                    <a16:rowId xmlns:a16="http://schemas.microsoft.com/office/drawing/2014/main" val="10006"/>
                  </a:ext>
                </a:extLst>
              </a:tr>
              <a:tr h="680100">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status</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int</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a:latin typeface="Times New Roman"/>
                          <a:ea typeface="Times New Roman"/>
                          <a:cs typeface="Times New Roman"/>
                          <a:sym typeface="Times New Roman"/>
                        </a:rPr>
                        <a:t>Not Null, Default '1'</a:t>
                      </a:r>
                      <a:endParaRPr/>
                    </a:p>
                  </a:txBody>
                  <a:tcPr marL="78175" marR="78175" marT="52100" marB="52100" anchor="ctr"/>
                </a:tc>
                <a:tc>
                  <a:txBody>
                    <a:bodyPr/>
                    <a:lstStyle/>
                    <a:p>
                      <a:pPr marL="0" marR="0" lvl="0" indent="0" algn="l" rtl="0">
                        <a:spcBef>
                          <a:spcPts val="0"/>
                        </a:spcBef>
                        <a:spcAft>
                          <a:spcPts val="0"/>
                        </a:spcAft>
                        <a:buClr>
                          <a:schemeClr val="dk1"/>
                        </a:buClr>
                        <a:buSzPts val="1600"/>
                        <a:buFont typeface="Times New Roman"/>
                        <a:buNone/>
                      </a:pPr>
                      <a:r>
                        <a:rPr lang="en-IN" sz="1600" u="none" strike="noStrike" cap="none" dirty="0">
                          <a:latin typeface="Times New Roman"/>
                          <a:ea typeface="Times New Roman"/>
                          <a:cs typeface="Times New Roman"/>
                          <a:sym typeface="Times New Roman"/>
                        </a:rPr>
                        <a:t>Operational review tracking integer.</a:t>
                      </a:r>
                      <a:endParaRPr dirty="0"/>
                    </a:p>
                  </a:txBody>
                  <a:tcPr marL="78175" marR="78175" marT="52100" marB="52100" anchor="ctr"/>
                </a:tc>
                <a:extLst>
                  <a:ext uri="{0D108BD9-81ED-4DB2-BD59-A6C34878D82A}">
                    <a16:rowId xmlns:a16="http://schemas.microsoft.com/office/drawing/2014/main" val="10007"/>
                  </a:ext>
                </a:extLst>
              </a:tr>
            </a:tbl>
          </a:graphicData>
        </a:graphic>
      </p:graphicFrame>
      <p:sp>
        <p:nvSpPr>
          <p:cNvPr id="318" name="Google Shape;318;p33"/>
          <p:cNvSpPr/>
          <p:nvPr/>
        </p:nvSpPr>
        <p:spPr>
          <a:xfrm>
            <a:off x="418940" y="234762"/>
            <a:ext cx="5677060" cy="892552"/>
          </a:xfrm>
          <a:prstGeom prst="rect">
            <a:avLst/>
          </a:prstGeom>
          <a:noFill/>
          <a:ln>
            <a:noFill/>
          </a:ln>
        </p:spPr>
        <p:txBody>
          <a:bodyPr spcFirstLastPara="1" wrap="square" lIns="91425" tIns="0" rIns="91425" bIns="0" anchor="ctr" anchorCtr="0">
            <a:spAutoFit/>
          </a:bodyPr>
          <a:lstStyle/>
          <a:p>
            <a:pPr marL="0" marR="0" lvl="0" indent="0" algn="l" rtl="0">
              <a:lnSpc>
                <a:spcPct val="100000"/>
              </a:lnSpc>
              <a:spcBef>
                <a:spcPts val="0"/>
              </a:spcBef>
              <a:spcAft>
                <a:spcPts val="0"/>
              </a:spcAft>
              <a:buClr>
                <a:schemeClr val="dk1"/>
              </a:buClr>
              <a:buSzPts val="2400"/>
              <a:buFont typeface="Overlock"/>
              <a:buNone/>
            </a:pPr>
            <a:r>
              <a:rPr lang="en-IN" sz="2400" b="1" i="0" u="none" strike="noStrike" cap="none" dirty="0">
                <a:solidFill>
                  <a:schemeClr val="dk1"/>
                </a:solidFill>
                <a:latin typeface="Overlock"/>
                <a:ea typeface="Overlock"/>
                <a:cs typeface="Overlock"/>
                <a:sym typeface="Overlock"/>
              </a:rPr>
              <a:t>Feedback</a:t>
            </a:r>
            <a:endParaRPr sz="1200" b="1" i="0" u="none" strike="noStrike" cap="none" dirty="0">
              <a:solidFill>
                <a:schemeClr val="dk1"/>
              </a:solidFill>
              <a:latin typeface="Google Sans"/>
              <a:ea typeface="Google Sans"/>
              <a:cs typeface="Google Sans"/>
              <a:sym typeface="Google Sans"/>
            </a:endParaRPr>
          </a:p>
          <a:p>
            <a:pPr marL="0" marR="0" lvl="0" indent="0" algn="l" rtl="0">
              <a:lnSpc>
                <a:spcPct val="100000"/>
              </a:lnSpc>
              <a:spcBef>
                <a:spcPts val="0"/>
              </a:spcBef>
              <a:spcAft>
                <a:spcPts val="0"/>
              </a:spcAft>
              <a:buClr>
                <a:schemeClr val="dk1"/>
              </a:buClr>
              <a:buSzPts val="1600"/>
              <a:buFont typeface="Times New Roman"/>
              <a:buNone/>
            </a:pPr>
            <a:r>
              <a:rPr lang="en-IN" sz="1600" b="0" i="0" u="none" strike="noStrike" cap="none" dirty="0">
                <a:solidFill>
                  <a:schemeClr val="dk1"/>
                </a:solidFill>
                <a:latin typeface="Times New Roman"/>
                <a:ea typeface="Times New Roman"/>
                <a:cs typeface="Times New Roman"/>
                <a:sym typeface="Times New Roman"/>
              </a:rPr>
              <a:t>System-wide structural opinions given by either readers or authors.</a:t>
            </a:r>
            <a:endParaRPr sz="32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Gill Sans"/>
              <a:buNone/>
            </a:pP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4EB4131-21F9-3BB4-00B7-E0EF8E01EA69}"/>
              </a:ext>
            </a:extLst>
          </p:cNvPr>
          <p:cNvPicPr>
            <a:picLocks noChangeAspect="1"/>
          </p:cNvPicPr>
          <p:nvPr/>
        </p:nvPicPr>
        <p:blipFill>
          <a:blip r:embed="rId2"/>
          <a:stretch>
            <a:fillRect/>
          </a:stretch>
        </p:blipFill>
        <p:spPr>
          <a:xfrm>
            <a:off x="1261533" y="1105764"/>
            <a:ext cx="9668933" cy="5430503"/>
          </a:xfrm>
          <a:prstGeom prst="rect">
            <a:avLst/>
          </a:prstGeom>
        </p:spPr>
      </p:pic>
      <p:sp>
        <p:nvSpPr>
          <p:cNvPr id="11" name="TextBox 10">
            <a:extLst>
              <a:ext uri="{FF2B5EF4-FFF2-40B4-BE49-F238E27FC236}">
                <a16:creationId xmlns:a16="http://schemas.microsoft.com/office/drawing/2014/main" id="{09DFC2FC-5334-2BBA-3C36-2F8F8C71CB35}"/>
              </a:ext>
            </a:extLst>
          </p:cNvPr>
          <p:cNvSpPr txBox="1"/>
          <p:nvPr/>
        </p:nvSpPr>
        <p:spPr>
          <a:xfrm>
            <a:off x="1886576" y="321733"/>
            <a:ext cx="8418846"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LANDING PAGE</a:t>
            </a:r>
            <a:endParaRPr lang="en-IN" sz="1400" b="1" dirty="0">
              <a:solidFill>
                <a:schemeClr val="dk1"/>
              </a:solidFill>
              <a:latin typeface="Berlin Sans FB Demi" panose="020E0802020502020306" pitchFamily="34" charset="0"/>
              <a:ea typeface="Overlock"/>
              <a:cs typeface="Overlock"/>
              <a:sym typeface="Overlock"/>
            </a:endParaRPr>
          </a:p>
        </p:txBody>
      </p:sp>
    </p:spTree>
    <p:extLst>
      <p:ext uri="{BB962C8B-B14F-4D97-AF65-F5344CB8AC3E}">
        <p14:creationId xmlns:p14="http://schemas.microsoft.com/office/powerpoint/2010/main" val="3745032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EC21E-99A9-484D-8FE8-12C728AAEBC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79EB93C-7BA5-61E4-2113-2425ABE40FF8}"/>
              </a:ext>
            </a:extLst>
          </p:cNvPr>
          <p:cNvSpPr txBox="1"/>
          <p:nvPr/>
        </p:nvSpPr>
        <p:spPr>
          <a:xfrm>
            <a:off x="3815487" y="338250"/>
            <a:ext cx="45610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ADMIN SIDE LOGIN</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B4A22B4D-9E0E-4490-E37D-28E5D873E2E2}"/>
              </a:ext>
            </a:extLst>
          </p:cNvPr>
          <p:cNvPicPr>
            <a:picLocks noChangeAspect="1"/>
          </p:cNvPicPr>
          <p:nvPr/>
        </p:nvPicPr>
        <p:blipFill>
          <a:blip r:embed="rId2"/>
          <a:stretch>
            <a:fillRect/>
          </a:stretch>
        </p:blipFill>
        <p:spPr>
          <a:xfrm>
            <a:off x="1636829" y="1277892"/>
            <a:ext cx="8918341" cy="4949470"/>
          </a:xfrm>
          <a:prstGeom prst="rect">
            <a:avLst/>
          </a:prstGeom>
        </p:spPr>
      </p:pic>
    </p:spTree>
    <p:extLst>
      <p:ext uri="{BB962C8B-B14F-4D97-AF65-F5344CB8AC3E}">
        <p14:creationId xmlns:p14="http://schemas.microsoft.com/office/powerpoint/2010/main" val="2042627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3842C-6175-6765-0BC1-A1643DD2FBF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19DC329-102E-774F-AA32-810579036675}"/>
              </a:ext>
            </a:extLst>
          </p:cNvPr>
          <p:cNvSpPr txBox="1"/>
          <p:nvPr/>
        </p:nvSpPr>
        <p:spPr>
          <a:xfrm>
            <a:off x="3836654" y="321733"/>
            <a:ext cx="4518691"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ADMIN DASHBOARD</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CE9427FB-C4D4-B4F5-3919-827B9CC94E32}"/>
              </a:ext>
            </a:extLst>
          </p:cNvPr>
          <p:cNvPicPr>
            <a:picLocks noChangeAspect="1"/>
          </p:cNvPicPr>
          <p:nvPr/>
        </p:nvPicPr>
        <p:blipFill>
          <a:blip r:embed="rId2"/>
          <a:stretch>
            <a:fillRect/>
          </a:stretch>
        </p:blipFill>
        <p:spPr>
          <a:xfrm>
            <a:off x="1269999" y="1174603"/>
            <a:ext cx="9652001" cy="5361664"/>
          </a:xfrm>
          <a:prstGeom prst="rect">
            <a:avLst/>
          </a:prstGeom>
        </p:spPr>
      </p:pic>
    </p:spTree>
    <p:extLst>
      <p:ext uri="{BB962C8B-B14F-4D97-AF65-F5344CB8AC3E}">
        <p14:creationId xmlns:p14="http://schemas.microsoft.com/office/powerpoint/2010/main" val="3546872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ECB40-D5FA-A238-54FB-6C13A5EEA28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5F3DED9-183A-94B6-D263-F41849C1AC34}"/>
              </a:ext>
            </a:extLst>
          </p:cNvPr>
          <p:cNvSpPr txBox="1"/>
          <p:nvPr/>
        </p:nvSpPr>
        <p:spPr>
          <a:xfrm>
            <a:off x="1703054" y="270933"/>
            <a:ext cx="8785891"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ADMIN MANAGE BOOKS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4C7BCBDA-2814-3F68-3617-806D0FF993E6}"/>
              </a:ext>
            </a:extLst>
          </p:cNvPr>
          <p:cNvPicPr>
            <a:picLocks noChangeAspect="1"/>
          </p:cNvPicPr>
          <p:nvPr/>
        </p:nvPicPr>
        <p:blipFill>
          <a:blip r:embed="rId2"/>
          <a:stretch>
            <a:fillRect/>
          </a:stretch>
        </p:blipFill>
        <p:spPr>
          <a:xfrm>
            <a:off x="1151466" y="1040681"/>
            <a:ext cx="9889068" cy="5546386"/>
          </a:xfrm>
          <a:prstGeom prst="rect">
            <a:avLst/>
          </a:prstGeom>
        </p:spPr>
      </p:pic>
    </p:spTree>
    <p:extLst>
      <p:ext uri="{BB962C8B-B14F-4D97-AF65-F5344CB8AC3E}">
        <p14:creationId xmlns:p14="http://schemas.microsoft.com/office/powerpoint/2010/main" val="3863803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0A366-10F9-09A1-A55D-E2067DA694A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FC22D9C-F2C4-AABB-E512-00F62C2CCDCC}"/>
              </a:ext>
            </a:extLst>
          </p:cNvPr>
          <p:cNvSpPr txBox="1"/>
          <p:nvPr/>
        </p:nvSpPr>
        <p:spPr>
          <a:xfrm>
            <a:off x="2956120" y="321733"/>
            <a:ext cx="6279758" cy="584775"/>
          </a:xfrm>
          <a:prstGeom prst="rect">
            <a:avLst/>
          </a:prstGeom>
          <a:noFill/>
        </p:spPr>
        <p:txBody>
          <a:bodyPr wrap="square">
            <a:spAutoFit/>
          </a:bodyPr>
          <a:lstStyle/>
          <a:p>
            <a:pPr lvl="0" algn="ctr"/>
            <a:r>
              <a:rPr lang="en-IN" sz="3200" b="1" dirty="0">
                <a:solidFill>
                  <a:schemeClr val="dk1"/>
                </a:solidFill>
                <a:latin typeface="Berlin Sans FB Demi" panose="020E0802020502020306" pitchFamily="34" charset="0"/>
                <a:ea typeface="Overlock"/>
                <a:cs typeface="Overlock"/>
                <a:sym typeface="Overlock"/>
              </a:rPr>
              <a:t>ADMIN MANAGE CATEGORIES</a:t>
            </a:r>
            <a:endParaRPr lang="en-IN" b="1" dirty="0">
              <a:solidFill>
                <a:schemeClr val="dk1"/>
              </a:solidFill>
              <a:latin typeface="Berlin Sans FB Demi" panose="020E0802020502020306" pitchFamily="34" charset="0"/>
              <a:ea typeface="Overlock"/>
              <a:cs typeface="Overlock"/>
              <a:sym typeface="Overlock"/>
            </a:endParaRPr>
          </a:p>
        </p:txBody>
      </p:sp>
      <p:pic>
        <p:nvPicPr>
          <p:cNvPr id="5" name="Picture 4">
            <a:extLst>
              <a:ext uri="{FF2B5EF4-FFF2-40B4-BE49-F238E27FC236}">
                <a16:creationId xmlns:a16="http://schemas.microsoft.com/office/drawing/2014/main" id="{A5E4E7C0-D812-3144-E5BD-F15A42D57979}"/>
              </a:ext>
            </a:extLst>
          </p:cNvPr>
          <p:cNvPicPr>
            <a:picLocks noChangeAspect="1"/>
          </p:cNvPicPr>
          <p:nvPr/>
        </p:nvPicPr>
        <p:blipFill>
          <a:blip r:embed="rId2"/>
          <a:stretch>
            <a:fillRect/>
          </a:stretch>
        </p:blipFill>
        <p:spPr>
          <a:xfrm>
            <a:off x="1094851" y="1111078"/>
            <a:ext cx="10002298" cy="5628269"/>
          </a:xfrm>
          <a:prstGeom prst="rect">
            <a:avLst/>
          </a:prstGeom>
        </p:spPr>
      </p:pic>
    </p:spTree>
    <p:extLst>
      <p:ext uri="{BB962C8B-B14F-4D97-AF65-F5344CB8AC3E}">
        <p14:creationId xmlns:p14="http://schemas.microsoft.com/office/powerpoint/2010/main" val="167869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5381-01F9-9626-D562-C292222180B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B2E4637-73ED-6BD7-2A6A-95B15DE87236}"/>
              </a:ext>
            </a:extLst>
          </p:cNvPr>
          <p:cNvSpPr txBox="1"/>
          <p:nvPr/>
        </p:nvSpPr>
        <p:spPr>
          <a:xfrm>
            <a:off x="2712076" y="321733"/>
            <a:ext cx="6767846"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ADMIN MANAGE USERS  </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903F6C4B-71D2-EF4F-7749-2846C88F197B}"/>
              </a:ext>
            </a:extLst>
          </p:cNvPr>
          <p:cNvPicPr>
            <a:picLocks noChangeAspect="1"/>
          </p:cNvPicPr>
          <p:nvPr/>
        </p:nvPicPr>
        <p:blipFill>
          <a:blip r:embed="rId2"/>
          <a:srcRect b="44619"/>
          <a:stretch>
            <a:fillRect/>
          </a:stretch>
        </p:blipFill>
        <p:spPr>
          <a:xfrm>
            <a:off x="1504525" y="982709"/>
            <a:ext cx="9182950" cy="2822374"/>
          </a:xfrm>
          <a:prstGeom prst="rect">
            <a:avLst/>
          </a:prstGeom>
        </p:spPr>
      </p:pic>
      <p:pic>
        <p:nvPicPr>
          <p:cNvPr id="5" name="Picture 4">
            <a:extLst>
              <a:ext uri="{FF2B5EF4-FFF2-40B4-BE49-F238E27FC236}">
                <a16:creationId xmlns:a16="http://schemas.microsoft.com/office/drawing/2014/main" id="{9ED7157B-4158-2700-2D93-F07CF1D91523}"/>
              </a:ext>
            </a:extLst>
          </p:cNvPr>
          <p:cNvPicPr>
            <a:picLocks noChangeAspect="1"/>
          </p:cNvPicPr>
          <p:nvPr/>
        </p:nvPicPr>
        <p:blipFill>
          <a:blip r:embed="rId3"/>
          <a:stretch>
            <a:fillRect/>
          </a:stretch>
        </p:blipFill>
        <p:spPr>
          <a:xfrm>
            <a:off x="1504525" y="3881284"/>
            <a:ext cx="9182950" cy="2913672"/>
          </a:xfrm>
          <a:prstGeom prst="rect">
            <a:avLst/>
          </a:prstGeom>
        </p:spPr>
      </p:pic>
    </p:spTree>
    <p:extLst>
      <p:ext uri="{BB962C8B-B14F-4D97-AF65-F5344CB8AC3E}">
        <p14:creationId xmlns:p14="http://schemas.microsoft.com/office/powerpoint/2010/main" val="14191689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E18BB-8AE7-593E-30A0-CCBC4F92D04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3FFA7F3-5617-E0A4-8DF2-D2FDDFB7DCEB}"/>
              </a:ext>
            </a:extLst>
          </p:cNvPr>
          <p:cNvSpPr txBox="1"/>
          <p:nvPr/>
        </p:nvSpPr>
        <p:spPr>
          <a:xfrm>
            <a:off x="2744453" y="321733"/>
            <a:ext cx="6703091"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ADMIN VIEW FEEDBACK</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4A9C3924-4E0D-365B-D7BF-222D5896E06B}"/>
              </a:ext>
            </a:extLst>
          </p:cNvPr>
          <p:cNvPicPr>
            <a:picLocks noChangeAspect="1"/>
          </p:cNvPicPr>
          <p:nvPr/>
        </p:nvPicPr>
        <p:blipFill>
          <a:blip r:embed="rId2"/>
          <a:stretch>
            <a:fillRect/>
          </a:stretch>
        </p:blipFill>
        <p:spPr>
          <a:xfrm>
            <a:off x="1007533" y="1042817"/>
            <a:ext cx="10176934" cy="5637354"/>
          </a:xfrm>
          <a:prstGeom prst="rect">
            <a:avLst/>
          </a:prstGeom>
        </p:spPr>
      </p:pic>
    </p:spTree>
    <p:extLst>
      <p:ext uri="{BB962C8B-B14F-4D97-AF65-F5344CB8AC3E}">
        <p14:creationId xmlns:p14="http://schemas.microsoft.com/office/powerpoint/2010/main" val="3638151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1039-C6C3-70F4-A132-79624259304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03B40-F1A8-36A3-F923-9547C083FA92}"/>
              </a:ext>
            </a:extLst>
          </p:cNvPr>
          <p:cNvSpPr txBox="1"/>
          <p:nvPr/>
        </p:nvSpPr>
        <p:spPr>
          <a:xfrm>
            <a:off x="3540322" y="211667"/>
            <a:ext cx="5111356"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ADMIN SIDE REPORTS </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D60CDCAE-54DB-B73F-A391-4C420BC87A33}"/>
              </a:ext>
            </a:extLst>
          </p:cNvPr>
          <p:cNvPicPr>
            <a:picLocks noChangeAspect="1"/>
          </p:cNvPicPr>
          <p:nvPr/>
        </p:nvPicPr>
        <p:blipFill>
          <a:blip r:embed="rId2"/>
          <a:stretch>
            <a:fillRect/>
          </a:stretch>
        </p:blipFill>
        <p:spPr>
          <a:xfrm>
            <a:off x="1786467" y="1025042"/>
            <a:ext cx="10287000" cy="5730487"/>
          </a:xfrm>
          <a:prstGeom prst="rect">
            <a:avLst/>
          </a:prstGeom>
        </p:spPr>
      </p:pic>
      <p:sp>
        <p:nvSpPr>
          <p:cNvPr id="5" name="TextBox 4">
            <a:extLst>
              <a:ext uri="{FF2B5EF4-FFF2-40B4-BE49-F238E27FC236}">
                <a16:creationId xmlns:a16="http://schemas.microsoft.com/office/drawing/2014/main" id="{A837DFB6-5C3D-51E2-F707-4E4BB2D8CEEB}"/>
              </a:ext>
            </a:extLst>
          </p:cNvPr>
          <p:cNvSpPr txBox="1"/>
          <p:nvPr/>
        </p:nvSpPr>
        <p:spPr>
          <a:xfrm>
            <a:off x="332317" y="3429000"/>
            <a:ext cx="1200150" cy="307777"/>
          </a:xfrm>
          <a:prstGeom prst="rect">
            <a:avLst/>
          </a:prstGeom>
          <a:noFill/>
        </p:spPr>
        <p:txBody>
          <a:bodyPr wrap="square">
            <a:spAutoFit/>
          </a:bodyPr>
          <a:lstStyle/>
          <a:p>
            <a:pPr marL="0" marR="0" lvl="0" indent="0" algn="ctr" rtl="0">
              <a:spcBef>
                <a:spcPts val="0"/>
              </a:spcBef>
              <a:spcAft>
                <a:spcPts val="0"/>
              </a:spcAft>
              <a:buNone/>
            </a:pPr>
            <a:r>
              <a:rPr lang="en-IN" sz="1400" b="1" dirty="0">
                <a:solidFill>
                  <a:schemeClr val="dk1"/>
                </a:solidFill>
                <a:latin typeface="Berlin Sans FB Demi" panose="020E0802020502020306" pitchFamily="34" charset="0"/>
                <a:ea typeface="Overlock"/>
                <a:cs typeface="Overlock"/>
                <a:sym typeface="Overlock"/>
              </a:rPr>
              <a:t>PURCHASE</a:t>
            </a:r>
            <a:endParaRPr lang="en-IN" sz="800" b="1" dirty="0">
              <a:solidFill>
                <a:schemeClr val="dk1"/>
              </a:solidFill>
              <a:latin typeface="Berlin Sans FB Demi" panose="020E0802020502020306" pitchFamily="34" charset="0"/>
              <a:ea typeface="Overlock"/>
              <a:cs typeface="Overlock"/>
              <a:sym typeface="Overlock"/>
            </a:endParaRPr>
          </a:p>
        </p:txBody>
      </p:sp>
    </p:spTree>
    <p:extLst>
      <p:ext uri="{BB962C8B-B14F-4D97-AF65-F5344CB8AC3E}">
        <p14:creationId xmlns:p14="http://schemas.microsoft.com/office/powerpoint/2010/main" val="4203553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5E14-6A24-EBAC-C1D8-1F4B26316E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25C7EC6-D47F-9533-C3B5-CB0E51CFFDC0}"/>
              </a:ext>
            </a:extLst>
          </p:cNvPr>
          <p:cNvSpPr txBox="1"/>
          <p:nvPr/>
        </p:nvSpPr>
        <p:spPr>
          <a:xfrm>
            <a:off x="2914649" y="239534"/>
            <a:ext cx="5399617" cy="523220"/>
          </a:xfrm>
          <a:prstGeom prst="rect">
            <a:avLst/>
          </a:prstGeom>
          <a:noFill/>
        </p:spPr>
        <p:txBody>
          <a:bodyPr wrap="square">
            <a:spAutoFit/>
          </a:bodyPr>
          <a:lstStyle/>
          <a:p>
            <a:pPr marL="0" marR="0" lvl="0" indent="0" algn="ctr" rtl="0">
              <a:spcBef>
                <a:spcPts val="0"/>
              </a:spcBef>
              <a:spcAft>
                <a:spcPts val="0"/>
              </a:spcAft>
              <a:buNone/>
            </a:pPr>
            <a:r>
              <a:rPr lang="en-IN" sz="2800" b="1" dirty="0">
                <a:solidFill>
                  <a:schemeClr val="dk1"/>
                </a:solidFill>
                <a:latin typeface="Berlin Sans FB Demi" panose="020E0802020502020306" pitchFamily="34" charset="0"/>
                <a:ea typeface="Overlock"/>
                <a:cs typeface="Overlock"/>
                <a:sym typeface="Overlock"/>
              </a:rPr>
              <a:t>ALL REPORTS IN DATE WISE </a:t>
            </a:r>
            <a:endParaRPr lang="en-IN" sz="1200" b="1" dirty="0">
              <a:solidFill>
                <a:schemeClr val="dk1"/>
              </a:solidFill>
              <a:latin typeface="Berlin Sans FB Demi" panose="020E0802020502020306" pitchFamily="34" charset="0"/>
              <a:ea typeface="Overlock"/>
              <a:cs typeface="Overlock"/>
              <a:sym typeface="Overlock"/>
            </a:endParaRPr>
          </a:p>
        </p:txBody>
      </p:sp>
      <p:pic>
        <p:nvPicPr>
          <p:cNvPr id="5" name="Picture 4">
            <a:extLst>
              <a:ext uri="{FF2B5EF4-FFF2-40B4-BE49-F238E27FC236}">
                <a16:creationId xmlns:a16="http://schemas.microsoft.com/office/drawing/2014/main" id="{A8CDA12A-8FB1-647D-B9F6-D9F070D1710E}"/>
              </a:ext>
            </a:extLst>
          </p:cNvPr>
          <p:cNvPicPr>
            <a:picLocks noChangeAspect="1"/>
          </p:cNvPicPr>
          <p:nvPr/>
        </p:nvPicPr>
        <p:blipFill>
          <a:blip r:embed="rId2"/>
          <a:stretch>
            <a:fillRect/>
          </a:stretch>
        </p:blipFill>
        <p:spPr>
          <a:xfrm>
            <a:off x="914400" y="940461"/>
            <a:ext cx="10202333" cy="5678005"/>
          </a:xfrm>
          <a:prstGeom prst="rect">
            <a:avLst/>
          </a:prstGeom>
        </p:spPr>
      </p:pic>
    </p:spTree>
    <p:extLst>
      <p:ext uri="{BB962C8B-B14F-4D97-AF65-F5344CB8AC3E}">
        <p14:creationId xmlns:p14="http://schemas.microsoft.com/office/powerpoint/2010/main" val="1999401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BD7F-E9A3-427E-2A95-916B10F2ADF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448990B-6208-DA5A-A2BA-036A15DED20C}"/>
              </a:ext>
            </a:extLst>
          </p:cNvPr>
          <p:cNvSpPr txBox="1"/>
          <p:nvPr/>
        </p:nvSpPr>
        <p:spPr>
          <a:xfrm>
            <a:off x="1945843" y="262050"/>
            <a:ext cx="8300313"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AUTHOR SIDE REGISTRATION &amp; LOGIN</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373AEC4B-43B7-90EF-C2FA-523FD530B75E}"/>
              </a:ext>
            </a:extLst>
          </p:cNvPr>
          <p:cNvPicPr>
            <a:picLocks noChangeAspect="1"/>
          </p:cNvPicPr>
          <p:nvPr/>
        </p:nvPicPr>
        <p:blipFill>
          <a:blip r:embed="rId2"/>
          <a:srcRect l="20077" r="20050"/>
          <a:stretch>
            <a:fillRect/>
          </a:stretch>
        </p:blipFill>
        <p:spPr>
          <a:xfrm>
            <a:off x="127000" y="1153390"/>
            <a:ext cx="5215466" cy="5442560"/>
          </a:xfrm>
          <a:prstGeom prst="rect">
            <a:avLst/>
          </a:prstGeom>
        </p:spPr>
      </p:pic>
      <p:pic>
        <p:nvPicPr>
          <p:cNvPr id="6" name="Picture 5">
            <a:extLst>
              <a:ext uri="{FF2B5EF4-FFF2-40B4-BE49-F238E27FC236}">
                <a16:creationId xmlns:a16="http://schemas.microsoft.com/office/drawing/2014/main" id="{9E67A6D8-9959-8093-2081-336F38DCC5F3}"/>
              </a:ext>
            </a:extLst>
          </p:cNvPr>
          <p:cNvPicPr>
            <a:picLocks noChangeAspect="1"/>
          </p:cNvPicPr>
          <p:nvPr/>
        </p:nvPicPr>
        <p:blipFill>
          <a:blip r:embed="rId3"/>
          <a:stretch>
            <a:fillRect/>
          </a:stretch>
        </p:blipFill>
        <p:spPr>
          <a:xfrm>
            <a:off x="5730815" y="1153390"/>
            <a:ext cx="5941558" cy="5442560"/>
          </a:xfrm>
          <a:prstGeom prst="rect">
            <a:avLst/>
          </a:prstGeom>
        </p:spPr>
      </p:pic>
    </p:spTree>
    <p:extLst>
      <p:ext uri="{BB962C8B-B14F-4D97-AF65-F5344CB8AC3E}">
        <p14:creationId xmlns:p14="http://schemas.microsoft.com/office/powerpoint/2010/main" val="2416174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FDB75-E95D-C732-712E-83ADE95953C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8585207-45AE-8727-98B2-A5AECE80CAF6}"/>
              </a:ext>
            </a:extLst>
          </p:cNvPr>
          <p:cNvSpPr txBox="1"/>
          <p:nvPr/>
        </p:nvSpPr>
        <p:spPr>
          <a:xfrm>
            <a:off x="2915043" y="321733"/>
            <a:ext cx="61358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AUTHOR SIDE MANAGE BOOKS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5" name="Picture 4">
            <a:extLst>
              <a:ext uri="{FF2B5EF4-FFF2-40B4-BE49-F238E27FC236}">
                <a16:creationId xmlns:a16="http://schemas.microsoft.com/office/drawing/2014/main" id="{32BBA948-24A3-F9F6-6556-963625D5D160}"/>
              </a:ext>
            </a:extLst>
          </p:cNvPr>
          <p:cNvPicPr>
            <a:picLocks noChangeAspect="1"/>
          </p:cNvPicPr>
          <p:nvPr/>
        </p:nvPicPr>
        <p:blipFill>
          <a:blip r:embed="rId2"/>
          <a:stretch>
            <a:fillRect/>
          </a:stretch>
        </p:blipFill>
        <p:spPr>
          <a:xfrm>
            <a:off x="1652935" y="1057696"/>
            <a:ext cx="8667931" cy="5478571"/>
          </a:xfrm>
          <a:prstGeom prst="rect">
            <a:avLst/>
          </a:prstGeom>
        </p:spPr>
      </p:pic>
    </p:spTree>
    <p:extLst>
      <p:ext uri="{BB962C8B-B14F-4D97-AF65-F5344CB8AC3E}">
        <p14:creationId xmlns:p14="http://schemas.microsoft.com/office/powerpoint/2010/main" val="4067582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13191-DE57-9C8F-5AA7-AF879001EA8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DD48797-8283-A815-CB8A-DA0083D6FFE8}"/>
              </a:ext>
            </a:extLst>
          </p:cNvPr>
          <p:cNvSpPr txBox="1"/>
          <p:nvPr/>
        </p:nvSpPr>
        <p:spPr>
          <a:xfrm>
            <a:off x="2915043" y="321733"/>
            <a:ext cx="61358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VIEW AUTHOR’S BOOKS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626DAC1E-2B27-2973-8063-ABA7D149417C}"/>
              </a:ext>
            </a:extLst>
          </p:cNvPr>
          <p:cNvPicPr>
            <a:picLocks noChangeAspect="1"/>
          </p:cNvPicPr>
          <p:nvPr/>
        </p:nvPicPr>
        <p:blipFill>
          <a:blip r:embed="rId2"/>
          <a:stretch>
            <a:fillRect/>
          </a:stretch>
        </p:blipFill>
        <p:spPr>
          <a:xfrm>
            <a:off x="1558951" y="998456"/>
            <a:ext cx="9074097" cy="5664809"/>
          </a:xfrm>
          <a:prstGeom prst="rect">
            <a:avLst/>
          </a:prstGeom>
        </p:spPr>
      </p:pic>
    </p:spTree>
    <p:extLst>
      <p:ext uri="{BB962C8B-B14F-4D97-AF65-F5344CB8AC3E}">
        <p14:creationId xmlns:p14="http://schemas.microsoft.com/office/powerpoint/2010/main" val="3274950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5A96E-4981-B1EE-7AF2-85EFDD561C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E07F046-57EA-8444-ABD3-D5D4A5A64DBF}"/>
              </a:ext>
            </a:extLst>
          </p:cNvPr>
          <p:cNvSpPr txBox="1"/>
          <p:nvPr/>
        </p:nvSpPr>
        <p:spPr>
          <a:xfrm>
            <a:off x="2915043" y="321733"/>
            <a:ext cx="61358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VIEW AUTHOR’S PAYMENTS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0BA93067-7A3F-932F-7536-16B8A8DA8CD8}"/>
              </a:ext>
            </a:extLst>
          </p:cNvPr>
          <p:cNvPicPr>
            <a:picLocks noChangeAspect="1"/>
          </p:cNvPicPr>
          <p:nvPr/>
        </p:nvPicPr>
        <p:blipFill>
          <a:blip r:embed="rId2"/>
          <a:stretch>
            <a:fillRect/>
          </a:stretch>
        </p:blipFill>
        <p:spPr>
          <a:xfrm>
            <a:off x="605366" y="1386681"/>
            <a:ext cx="10981267" cy="4732417"/>
          </a:xfrm>
          <a:prstGeom prst="rect">
            <a:avLst/>
          </a:prstGeom>
        </p:spPr>
      </p:pic>
    </p:spTree>
    <p:extLst>
      <p:ext uri="{BB962C8B-B14F-4D97-AF65-F5344CB8AC3E}">
        <p14:creationId xmlns:p14="http://schemas.microsoft.com/office/powerpoint/2010/main" val="34103406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A3F6E-65BB-F4E0-4F5D-448B3B4B09F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2831CC7-B850-6547-1253-2B10BF478326}"/>
              </a:ext>
            </a:extLst>
          </p:cNvPr>
          <p:cNvSpPr txBox="1"/>
          <p:nvPr/>
        </p:nvSpPr>
        <p:spPr>
          <a:xfrm>
            <a:off x="2915043" y="321733"/>
            <a:ext cx="61358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AUTHOR REPORTS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14A480E9-2C61-99DF-417C-7F195542DA6D}"/>
              </a:ext>
            </a:extLst>
          </p:cNvPr>
          <p:cNvPicPr>
            <a:picLocks noChangeAspect="1"/>
          </p:cNvPicPr>
          <p:nvPr/>
        </p:nvPicPr>
        <p:blipFill>
          <a:blip r:embed="rId2"/>
          <a:stretch>
            <a:fillRect/>
          </a:stretch>
        </p:blipFill>
        <p:spPr>
          <a:xfrm>
            <a:off x="1660434" y="1066648"/>
            <a:ext cx="8871131" cy="5607004"/>
          </a:xfrm>
          <a:prstGeom prst="rect">
            <a:avLst/>
          </a:prstGeom>
        </p:spPr>
      </p:pic>
    </p:spTree>
    <p:extLst>
      <p:ext uri="{BB962C8B-B14F-4D97-AF65-F5344CB8AC3E}">
        <p14:creationId xmlns:p14="http://schemas.microsoft.com/office/powerpoint/2010/main" val="30992272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BAE02-94D6-881D-ABCE-0CCEED2C102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9CA11E3-399C-26AE-307E-5AE6336171A9}"/>
              </a:ext>
            </a:extLst>
          </p:cNvPr>
          <p:cNvSpPr txBox="1"/>
          <p:nvPr/>
        </p:nvSpPr>
        <p:spPr>
          <a:xfrm>
            <a:off x="2915043" y="321733"/>
            <a:ext cx="61358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AUTHOR FEEDBACK</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B921A770-C0ED-9989-CB57-0D9ED253F429}"/>
              </a:ext>
            </a:extLst>
          </p:cNvPr>
          <p:cNvPicPr>
            <a:picLocks noChangeAspect="1"/>
          </p:cNvPicPr>
          <p:nvPr/>
        </p:nvPicPr>
        <p:blipFill>
          <a:blip r:embed="rId2"/>
          <a:stretch>
            <a:fillRect/>
          </a:stretch>
        </p:blipFill>
        <p:spPr>
          <a:xfrm>
            <a:off x="546100" y="1159867"/>
            <a:ext cx="11099800" cy="4789401"/>
          </a:xfrm>
          <a:prstGeom prst="rect">
            <a:avLst/>
          </a:prstGeom>
        </p:spPr>
      </p:pic>
    </p:spTree>
    <p:extLst>
      <p:ext uri="{BB962C8B-B14F-4D97-AF65-F5344CB8AC3E}">
        <p14:creationId xmlns:p14="http://schemas.microsoft.com/office/powerpoint/2010/main" val="1322947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2FA7-33D8-4E4C-48F4-B56678E081C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017031D-8EBD-298A-3022-2C67866BEB06}"/>
              </a:ext>
            </a:extLst>
          </p:cNvPr>
          <p:cNvSpPr txBox="1"/>
          <p:nvPr/>
        </p:nvSpPr>
        <p:spPr>
          <a:xfrm>
            <a:off x="2915043" y="321733"/>
            <a:ext cx="61358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AUTHOR PROFILE</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3F106230-7A7C-7BA7-22D8-E392A54C3D21}"/>
              </a:ext>
            </a:extLst>
          </p:cNvPr>
          <p:cNvPicPr>
            <a:picLocks noChangeAspect="1"/>
          </p:cNvPicPr>
          <p:nvPr/>
        </p:nvPicPr>
        <p:blipFill>
          <a:blip r:embed="rId2"/>
          <a:stretch>
            <a:fillRect/>
          </a:stretch>
        </p:blipFill>
        <p:spPr>
          <a:xfrm>
            <a:off x="1210733" y="1306199"/>
            <a:ext cx="9770533" cy="5126704"/>
          </a:xfrm>
          <a:prstGeom prst="rect">
            <a:avLst/>
          </a:prstGeom>
        </p:spPr>
      </p:pic>
    </p:spTree>
    <p:extLst>
      <p:ext uri="{BB962C8B-B14F-4D97-AF65-F5344CB8AC3E}">
        <p14:creationId xmlns:p14="http://schemas.microsoft.com/office/powerpoint/2010/main" val="7689353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AA4F1-2FBF-9D6F-F2A9-BA34AFA9E99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AD6E622-B326-19DD-8C35-5C11C5416424}"/>
              </a:ext>
            </a:extLst>
          </p:cNvPr>
          <p:cNvSpPr txBox="1"/>
          <p:nvPr/>
        </p:nvSpPr>
        <p:spPr>
          <a:xfrm>
            <a:off x="1941375" y="321733"/>
            <a:ext cx="8074691"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READER SIDE REGISTRATION &amp; LOGIN</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8A21B4D4-F78C-32A1-5971-EAB90B534F34}"/>
              </a:ext>
            </a:extLst>
          </p:cNvPr>
          <p:cNvPicPr>
            <a:picLocks noChangeAspect="1"/>
          </p:cNvPicPr>
          <p:nvPr/>
        </p:nvPicPr>
        <p:blipFill>
          <a:blip r:embed="rId2"/>
          <a:stretch>
            <a:fillRect/>
          </a:stretch>
        </p:blipFill>
        <p:spPr>
          <a:xfrm>
            <a:off x="184697" y="1188427"/>
            <a:ext cx="5462265" cy="5347840"/>
          </a:xfrm>
          <a:prstGeom prst="rect">
            <a:avLst/>
          </a:prstGeom>
        </p:spPr>
      </p:pic>
      <p:pic>
        <p:nvPicPr>
          <p:cNvPr id="5" name="Picture 4">
            <a:extLst>
              <a:ext uri="{FF2B5EF4-FFF2-40B4-BE49-F238E27FC236}">
                <a16:creationId xmlns:a16="http://schemas.microsoft.com/office/drawing/2014/main" id="{9489480B-F59A-0A13-FBC7-C9D9A1D18D68}"/>
              </a:ext>
            </a:extLst>
          </p:cNvPr>
          <p:cNvPicPr>
            <a:picLocks noChangeAspect="1"/>
          </p:cNvPicPr>
          <p:nvPr/>
        </p:nvPicPr>
        <p:blipFill>
          <a:blip r:embed="rId3"/>
          <a:stretch>
            <a:fillRect/>
          </a:stretch>
        </p:blipFill>
        <p:spPr>
          <a:xfrm>
            <a:off x="6096000" y="1188427"/>
            <a:ext cx="5819130" cy="5347840"/>
          </a:xfrm>
          <a:prstGeom prst="rect">
            <a:avLst/>
          </a:prstGeom>
        </p:spPr>
      </p:pic>
    </p:spTree>
    <p:extLst>
      <p:ext uri="{BB962C8B-B14F-4D97-AF65-F5344CB8AC3E}">
        <p14:creationId xmlns:p14="http://schemas.microsoft.com/office/powerpoint/2010/main" val="8883112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0C76-282E-937B-5DA2-E9068060B6D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D4902B1-5CE9-CCD4-197C-8CF5CF9A8F94}"/>
              </a:ext>
            </a:extLst>
          </p:cNvPr>
          <p:cNvSpPr txBox="1"/>
          <p:nvPr/>
        </p:nvSpPr>
        <p:spPr>
          <a:xfrm>
            <a:off x="3434487" y="321733"/>
            <a:ext cx="5323024"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READER DASHBOARD</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3D702B71-1364-4BCF-F934-B5B5DE826F5B}"/>
              </a:ext>
            </a:extLst>
          </p:cNvPr>
          <p:cNvPicPr>
            <a:picLocks noChangeAspect="1"/>
          </p:cNvPicPr>
          <p:nvPr/>
        </p:nvPicPr>
        <p:blipFill>
          <a:blip r:embed="rId2"/>
          <a:stretch>
            <a:fillRect/>
          </a:stretch>
        </p:blipFill>
        <p:spPr>
          <a:xfrm>
            <a:off x="188509" y="1495217"/>
            <a:ext cx="5907490" cy="3867566"/>
          </a:xfrm>
          <a:prstGeom prst="rect">
            <a:avLst/>
          </a:prstGeom>
        </p:spPr>
      </p:pic>
      <p:pic>
        <p:nvPicPr>
          <p:cNvPr id="5" name="Picture 4">
            <a:extLst>
              <a:ext uri="{FF2B5EF4-FFF2-40B4-BE49-F238E27FC236}">
                <a16:creationId xmlns:a16="http://schemas.microsoft.com/office/drawing/2014/main" id="{88FCEC8C-6F65-78E5-372B-CB7FF9E69966}"/>
              </a:ext>
            </a:extLst>
          </p:cNvPr>
          <p:cNvPicPr>
            <a:picLocks noChangeAspect="1"/>
          </p:cNvPicPr>
          <p:nvPr/>
        </p:nvPicPr>
        <p:blipFill>
          <a:blip r:embed="rId3"/>
          <a:stretch>
            <a:fillRect/>
          </a:stretch>
        </p:blipFill>
        <p:spPr>
          <a:xfrm>
            <a:off x="6279256" y="1495217"/>
            <a:ext cx="5724235" cy="3867566"/>
          </a:xfrm>
          <a:prstGeom prst="rect">
            <a:avLst/>
          </a:prstGeom>
        </p:spPr>
      </p:pic>
    </p:spTree>
    <p:extLst>
      <p:ext uri="{BB962C8B-B14F-4D97-AF65-F5344CB8AC3E}">
        <p14:creationId xmlns:p14="http://schemas.microsoft.com/office/powerpoint/2010/main" val="23524862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84E1A-ACF0-505E-929A-36EDF2A562A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2CDE272-6BBB-DC19-B5F7-38DC95314CBA}"/>
              </a:ext>
            </a:extLst>
          </p:cNvPr>
          <p:cNvSpPr txBox="1"/>
          <p:nvPr/>
        </p:nvSpPr>
        <p:spPr>
          <a:xfrm>
            <a:off x="4320509" y="321733"/>
            <a:ext cx="3550980"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BROWSE BOOKS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1AAF1B2F-C6A7-F230-C74E-CC2013777B69}"/>
              </a:ext>
            </a:extLst>
          </p:cNvPr>
          <p:cNvPicPr>
            <a:picLocks noChangeAspect="1"/>
          </p:cNvPicPr>
          <p:nvPr/>
        </p:nvPicPr>
        <p:blipFill>
          <a:blip r:embed="rId2"/>
          <a:stretch>
            <a:fillRect/>
          </a:stretch>
        </p:blipFill>
        <p:spPr>
          <a:xfrm>
            <a:off x="1052763" y="906508"/>
            <a:ext cx="10309504" cy="5809926"/>
          </a:xfrm>
          <a:prstGeom prst="rect">
            <a:avLst/>
          </a:prstGeom>
        </p:spPr>
      </p:pic>
    </p:spTree>
    <p:extLst>
      <p:ext uri="{BB962C8B-B14F-4D97-AF65-F5344CB8AC3E}">
        <p14:creationId xmlns:p14="http://schemas.microsoft.com/office/powerpoint/2010/main" val="30122733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BC720-D083-3910-4D47-8C2BBD3A4FB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CB0B325-E8E7-1371-C026-3D736FA640E4}"/>
              </a:ext>
            </a:extLst>
          </p:cNvPr>
          <p:cNvSpPr txBox="1"/>
          <p:nvPr/>
        </p:nvSpPr>
        <p:spPr>
          <a:xfrm>
            <a:off x="4320509" y="321733"/>
            <a:ext cx="3550980"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BOOKS DEATILS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D7719FD4-FEE7-2792-972C-2CB7A01D8D3A}"/>
              </a:ext>
            </a:extLst>
          </p:cNvPr>
          <p:cNvPicPr>
            <a:picLocks noChangeAspect="1"/>
          </p:cNvPicPr>
          <p:nvPr/>
        </p:nvPicPr>
        <p:blipFill>
          <a:blip r:embed="rId2"/>
          <a:stretch>
            <a:fillRect/>
          </a:stretch>
        </p:blipFill>
        <p:spPr>
          <a:xfrm>
            <a:off x="1540043" y="1041136"/>
            <a:ext cx="9254958" cy="5495131"/>
          </a:xfrm>
          <a:prstGeom prst="rect">
            <a:avLst/>
          </a:prstGeom>
        </p:spPr>
      </p:pic>
    </p:spTree>
    <p:extLst>
      <p:ext uri="{BB962C8B-B14F-4D97-AF65-F5344CB8AC3E}">
        <p14:creationId xmlns:p14="http://schemas.microsoft.com/office/powerpoint/2010/main" val="26472696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9E07-747B-C33E-8E2C-EC3B1E6E454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B0F8AA0-6B24-651E-B399-6DC7E576EC33}"/>
              </a:ext>
            </a:extLst>
          </p:cNvPr>
          <p:cNvSpPr txBox="1"/>
          <p:nvPr/>
        </p:nvSpPr>
        <p:spPr>
          <a:xfrm>
            <a:off x="3628776" y="321733"/>
            <a:ext cx="5077491"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PAYMENT  METHODS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5176020F-F957-C9CF-6E41-15C32FADABD7}"/>
              </a:ext>
            </a:extLst>
          </p:cNvPr>
          <p:cNvPicPr>
            <a:picLocks noChangeAspect="1"/>
          </p:cNvPicPr>
          <p:nvPr/>
        </p:nvPicPr>
        <p:blipFill>
          <a:blip r:embed="rId2"/>
          <a:stretch>
            <a:fillRect/>
          </a:stretch>
        </p:blipFill>
        <p:spPr>
          <a:xfrm>
            <a:off x="1244553" y="959974"/>
            <a:ext cx="9872180" cy="5576293"/>
          </a:xfrm>
          <a:prstGeom prst="rect">
            <a:avLst/>
          </a:prstGeom>
        </p:spPr>
      </p:pic>
    </p:spTree>
    <p:extLst>
      <p:ext uri="{BB962C8B-B14F-4D97-AF65-F5344CB8AC3E}">
        <p14:creationId xmlns:p14="http://schemas.microsoft.com/office/powerpoint/2010/main" val="15707277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4C09E-D3BD-3041-B735-7BFB33D66D9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2269D11-8A4B-9657-6F8C-E6D107409BBB}"/>
              </a:ext>
            </a:extLst>
          </p:cNvPr>
          <p:cNvSpPr txBox="1"/>
          <p:nvPr/>
        </p:nvSpPr>
        <p:spPr>
          <a:xfrm>
            <a:off x="3628776" y="321733"/>
            <a:ext cx="5077491"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PAYMENT  SUCCESSFUL</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A323DBD8-B724-B1B5-38C0-FD2A56EEE82D}"/>
              </a:ext>
            </a:extLst>
          </p:cNvPr>
          <p:cNvPicPr>
            <a:picLocks noChangeAspect="1"/>
          </p:cNvPicPr>
          <p:nvPr/>
        </p:nvPicPr>
        <p:blipFill>
          <a:blip r:embed="rId2"/>
          <a:stretch>
            <a:fillRect/>
          </a:stretch>
        </p:blipFill>
        <p:spPr>
          <a:xfrm>
            <a:off x="1049867" y="1197287"/>
            <a:ext cx="9841734" cy="5338980"/>
          </a:xfrm>
          <a:prstGeom prst="rect">
            <a:avLst/>
          </a:prstGeom>
        </p:spPr>
      </p:pic>
    </p:spTree>
    <p:extLst>
      <p:ext uri="{BB962C8B-B14F-4D97-AF65-F5344CB8AC3E}">
        <p14:creationId xmlns:p14="http://schemas.microsoft.com/office/powerpoint/2010/main" val="21349777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6EA86-C7FF-29CF-C8FC-79EEE8B60BD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D9724E7-50D4-CDB5-C590-51A3AC4F6B41}"/>
              </a:ext>
            </a:extLst>
          </p:cNvPr>
          <p:cNvSpPr txBox="1"/>
          <p:nvPr/>
        </p:nvSpPr>
        <p:spPr>
          <a:xfrm>
            <a:off x="4320509" y="321733"/>
            <a:ext cx="3550980"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WISHLIST</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38F4B406-D64C-E0AF-0287-AFABED4E0E3E}"/>
              </a:ext>
            </a:extLst>
          </p:cNvPr>
          <p:cNvPicPr>
            <a:picLocks noChangeAspect="1"/>
          </p:cNvPicPr>
          <p:nvPr/>
        </p:nvPicPr>
        <p:blipFill>
          <a:blip r:embed="rId2"/>
          <a:stretch>
            <a:fillRect/>
          </a:stretch>
        </p:blipFill>
        <p:spPr>
          <a:xfrm>
            <a:off x="783166" y="1057912"/>
            <a:ext cx="10625667" cy="5343609"/>
          </a:xfrm>
          <a:prstGeom prst="rect">
            <a:avLst/>
          </a:prstGeom>
        </p:spPr>
      </p:pic>
    </p:spTree>
    <p:extLst>
      <p:ext uri="{BB962C8B-B14F-4D97-AF65-F5344CB8AC3E}">
        <p14:creationId xmlns:p14="http://schemas.microsoft.com/office/powerpoint/2010/main" val="27327390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110A8-9286-253D-F813-E3FA63DCBDC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3424D77-69B7-4DE4-811E-42DBB3FA068B}"/>
              </a:ext>
            </a:extLst>
          </p:cNvPr>
          <p:cNvSpPr txBox="1"/>
          <p:nvPr/>
        </p:nvSpPr>
        <p:spPr>
          <a:xfrm>
            <a:off x="4320509" y="321733"/>
            <a:ext cx="3550980"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PURCHASE</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A3004048-2638-680A-E8BE-117A475A5802}"/>
              </a:ext>
            </a:extLst>
          </p:cNvPr>
          <p:cNvPicPr>
            <a:picLocks noChangeAspect="1"/>
          </p:cNvPicPr>
          <p:nvPr/>
        </p:nvPicPr>
        <p:blipFill>
          <a:blip r:embed="rId2"/>
          <a:stretch>
            <a:fillRect/>
          </a:stretch>
        </p:blipFill>
        <p:spPr>
          <a:xfrm>
            <a:off x="1963274" y="1037527"/>
            <a:ext cx="8495626" cy="5381012"/>
          </a:xfrm>
          <a:prstGeom prst="rect">
            <a:avLst/>
          </a:prstGeom>
        </p:spPr>
      </p:pic>
    </p:spTree>
    <p:extLst>
      <p:ext uri="{BB962C8B-B14F-4D97-AF65-F5344CB8AC3E}">
        <p14:creationId xmlns:p14="http://schemas.microsoft.com/office/powerpoint/2010/main" val="5345749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134C0-B939-916E-C275-D3B3A1223C4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CDAA37-AB27-502D-0D89-7D8CD6D93D45}"/>
              </a:ext>
            </a:extLst>
          </p:cNvPr>
          <p:cNvSpPr txBox="1"/>
          <p:nvPr/>
        </p:nvSpPr>
        <p:spPr>
          <a:xfrm>
            <a:off x="4320509" y="321733"/>
            <a:ext cx="3550980"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DOWNLOADS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4" name="Picture 3">
            <a:extLst>
              <a:ext uri="{FF2B5EF4-FFF2-40B4-BE49-F238E27FC236}">
                <a16:creationId xmlns:a16="http://schemas.microsoft.com/office/drawing/2014/main" id="{C80FF5EB-9C3D-1A78-353C-DBAA736CA5C0}"/>
              </a:ext>
            </a:extLst>
          </p:cNvPr>
          <p:cNvPicPr>
            <a:picLocks noChangeAspect="1"/>
          </p:cNvPicPr>
          <p:nvPr/>
        </p:nvPicPr>
        <p:blipFill>
          <a:blip r:embed="rId2"/>
          <a:stretch>
            <a:fillRect/>
          </a:stretch>
        </p:blipFill>
        <p:spPr>
          <a:xfrm>
            <a:off x="961161" y="1256331"/>
            <a:ext cx="10269678" cy="4043801"/>
          </a:xfrm>
          <a:prstGeom prst="rect">
            <a:avLst/>
          </a:prstGeom>
        </p:spPr>
      </p:pic>
    </p:spTree>
    <p:extLst>
      <p:ext uri="{BB962C8B-B14F-4D97-AF65-F5344CB8AC3E}">
        <p14:creationId xmlns:p14="http://schemas.microsoft.com/office/powerpoint/2010/main" val="4074310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CC9CB-BF02-EB71-0E6B-669AC67CE9A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A72D0C8-4994-BA8A-A03E-DC5316261050}"/>
              </a:ext>
            </a:extLst>
          </p:cNvPr>
          <p:cNvSpPr txBox="1"/>
          <p:nvPr/>
        </p:nvSpPr>
        <p:spPr>
          <a:xfrm>
            <a:off x="4320509" y="321733"/>
            <a:ext cx="3550980" cy="584775"/>
          </a:xfrm>
          <a:prstGeom prst="rect">
            <a:avLst/>
          </a:prstGeom>
          <a:noFill/>
        </p:spPr>
        <p:txBody>
          <a:bodyPr wrap="square">
            <a:spAutoFit/>
          </a:bodyPr>
          <a:lstStyle/>
          <a:p>
            <a:pPr marL="0" marR="0" lvl="0" indent="0" algn="ctr" rtl="0">
              <a:spcBef>
                <a:spcPts val="0"/>
              </a:spcBef>
              <a:spcAft>
                <a:spcPts val="0"/>
              </a:spcAft>
              <a:buNone/>
            </a:pPr>
            <a:r>
              <a:rPr lang="en-IN" sz="3200" b="1" dirty="0">
                <a:solidFill>
                  <a:schemeClr val="dk1"/>
                </a:solidFill>
                <a:latin typeface="Berlin Sans FB Demi" panose="020E0802020502020306" pitchFamily="34" charset="0"/>
                <a:ea typeface="Overlock"/>
                <a:cs typeface="Overlock"/>
                <a:sym typeface="Overlock"/>
              </a:rPr>
              <a:t>REPORTS</a:t>
            </a:r>
            <a:endParaRPr lang="en-IN" sz="1400" b="1" dirty="0">
              <a:solidFill>
                <a:schemeClr val="dk1"/>
              </a:solidFill>
              <a:latin typeface="Berlin Sans FB Demi" panose="020E0802020502020306" pitchFamily="34" charset="0"/>
              <a:ea typeface="Overlock"/>
              <a:cs typeface="Overlock"/>
              <a:sym typeface="Overlock"/>
            </a:endParaRPr>
          </a:p>
        </p:txBody>
      </p:sp>
      <p:pic>
        <p:nvPicPr>
          <p:cNvPr id="3" name="Picture 2">
            <a:extLst>
              <a:ext uri="{FF2B5EF4-FFF2-40B4-BE49-F238E27FC236}">
                <a16:creationId xmlns:a16="http://schemas.microsoft.com/office/drawing/2014/main" id="{592C7E56-0C25-AD91-9BD0-CF110084011E}"/>
              </a:ext>
            </a:extLst>
          </p:cNvPr>
          <p:cNvPicPr>
            <a:picLocks noChangeAspect="1"/>
          </p:cNvPicPr>
          <p:nvPr/>
        </p:nvPicPr>
        <p:blipFill>
          <a:blip r:embed="rId2"/>
          <a:stretch>
            <a:fillRect/>
          </a:stretch>
        </p:blipFill>
        <p:spPr>
          <a:xfrm>
            <a:off x="1295400" y="1160518"/>
            <a:ext cx="9601200" cy="5309205"/>
          </a:xfrm>
          <a:prstGeom prst="rect">
            <a:avLst/>
          </a:prstGeom>
        </p:spPr>
      </p:pic>
    </p:spTree>
    <p:extLst>
      <p:ext uri="{BB962C8B-B14F-4D97-AF65-F5344CB8AC3E}">
        <p14:creationId xmlns:p14="http://schemas.microsoft.com/office/powerpoint/2010/main" val="16279726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323"/>
        <p:cNvGrpSpPr/>
        <p:nvPr/>
      </p:nvGrpSpPr>
      <p:grpSpPr>
        <a:xfrm>
          <a:off x="0" y="0"/>
          <a:ext cx="0" cy="0"/>
          <a:chOff x="0" y="0"/>
          <a:chExt cx="0" cy="0"/>
        </a:xfrm>
      </p:grpSpPr>
      <p:sp>
        <p:nvSpPr>
          <p:cNvPr id="324" name="Google Shape;324;p34"/>
          <p:cNvSpPr txBox="1"/>
          <p:nvPr/>
        </p:nvSpPr>
        <p:spPr>
          <a:xfrm>
            <a:off x="1404258" y="2277836"/>
            <a:ext cx="9944100"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9600" dirty="0">
                <a:solidFill>
                  <a:schemeClr val="dk1"/>
                </a:solidFill>
                <a:latin typeface="Overlock"/>
                <a:ea typeface="Overlock"/>
                <a:cs typeface="Overlock"/>
                <a:sym typeface="Overlock"/>
              </a:rPr>
              <a:t>THANK YOU</a:t>
            </a:r>
            <a:endParaRPr sz="9600" dirty="0">
              <a:solidFill>
                <a:schemeClr val="dk1"/>
              </a:solidFill>
              <a:latin typeface="Overlock"/>
              <a:ea typeface="Overlock"/>
              <a:cs typeface="Overlock"/>
              <a:sym typeface="Overlock"/>
            </a:endParaRPr>
          </a:p>
        </p:txBody>
      </p:sp>
    </p:spTree>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1545</Words>
  <Application>Microsoft Office PowerPoint</Application>
  <PresentationFormat>Widescreen</PresentationFormat>
  <Paragraphs>477</Paragraphs>
  <Slides>60</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Berlin Sans FB Demi</vt:lpstr>
      <vt:lpstr>Courier New</vt:lpstr>
      <vt:lpstr>Overlock</vt:lpstr>
      <vt:lpstr>Arial</vt:lpstr>
      <vt:lpstr>Times New Roman</vt:lpstr>
      <vt:lpstr>Gill Sans</vt:lpstr>
      <vt:lpstr>Calibri</vt:lpstr>
      <vt:lpstr>Google Sans</vt:lpstr>
      <vt:lpstr>Custom</vt:lpstr>
      <vt:lpstr>DIGITAL LIBRARY &amp; BOOKS PUBLISHING PLATFORM</vt:lpstr>
      <vt:lpstr>DIGITAL LIBRARY &amp; BOOKS PUBLISHING PLATFORM</vt:lpstr>
      <vt:lpstr>Submitted By : Aswin Manoj  Guided By : Asst.Prof.Reena Cherian</vt:lpstr>
      <vt:lpstr>PowerPoint Presentation</vt:lpstr>
      <vt:lpstr>SYSTEM SPECIFICATION</vt:lpstr>
      <vt:lpstr>     USERS</vt:lpstr>
      <vt:lpstr>ADMIN</vt:lpstr>
      <vt:lpstr>    AUTHOR</vt:lpstr>
      <vt:lpstr>    READER</vt:lpstr>
      <vt:lpstr>UML DIAGRAMS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LIBRARY &amp; BOOKS PUBLISHING PLATFORM</dc:title>
  <dc:creator>aswinachu1927@gmail.com</dc:creator>
  <cp:lastModifiedBy>aswin manoj</cp:lastModifiedBy>
  <cp:revision>14</cp:revision>
  <dcterms:created xsi:type="dcterms:W3CDTF">2025-07-08T15:47:04Z</dcterms:created>
  <dcterms:modified xsi:type="dcterms:W3CDTF">2026-07-07T16:06:23Z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